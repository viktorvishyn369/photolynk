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Quattrocento Sans" charset="-122" pitchFamily="34"/>
      <p:regular r:id="rId22"/>
    </p:embeddedFont>
    <p:embeddedFont>
      <p:font typeface="Hedvig Letters Sans" charset="-122" pitchFamily="34"/>
      <p:regular r:id="rId23"/>
    </p:embeddedFont>
    <p:embeddedFont>
      <p:font typeface="Liter" charset="-122" pitchFamily="34"/>
      <p:regular r:id="rId24"/>
    </p:embeddedFont>
    <p:embeddedFont>
      <p:font typeface="MiSans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3d89b160e1ba9012446840ff083bf93e3d9ada1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9945FF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5" name="Shape 2"/>
          <p:cNvSpPr/>
          <p:nvPr/>
        </p:nvSpPr>
        <p:spPr>
          <a:xfrm>
            <a:off x="514350" y="514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43815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PHOTOLYNK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2500" y="628650"/>
            <a:ext cx="1181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Camera-to-Blockchain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58239" y="385763"/>
            <a:ext cx="1247775" cy="314325"/>
          </a:xfrm>
          <a:custGeom>
            <a:avLst/>
            <a:gdLst/>
            <a:ahLst/>
            <a:cxnLst/>
            <a:rect l="l" t="t" r="r" b="b"/>
            <a:pathLst>
              <a:path w="1247775" h="314325">
                <a:moveTo>
                  <a:pt x="76199" y="0"/>
                </a:moveTo>
                <a:lnTo>
                  <a:pt x="1171576" y="0"/>
                </a:lnTo>
                <a:cubicBezTo>
                  <a:pt x="1213660" y="0"/>
                  <a:pt x="1247775" y="34115"/>
                  <a:pt x="1247775" y="76199"/>
                </a:cubicBezTo>
                <a:lnTo>
                  <a:pt x="1247775" y="238126"/>
                </a:lnTo>
                <a:cubicBezTo>
                  <a:pt x="1247775" y="280210"/>
                  <a:pt x="1213660" y="314325"/>
                  <a:pt x="11715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15402" y="466725"/>
            <a:ext cx="99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MONOLITH 2026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1966912"/>
            <a:ext cx="1177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PhotoLynk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28051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2" name="Text 9"/>
          <p:cNvSpPr/>
          <p:nvPr/>
        </p:nvSpPr>
        <p:spPr>
          <a:xfrm>
            <a:off x="381000" y="3071813"/>
            <a:ext cx="115728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Camera-to-Blockchain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Authenticity Proof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3938588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Solana Mobile Seeker Community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9575" y="56959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556260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57531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Viktor Vishyn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00050" y="6191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6057900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5800" y="624840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Solana Mobile Monolith 2026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867653" y="594360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934328" y="617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2" name="Shape 19"/>
          <p:cNvSpPr/>
          <p:nvPr/>
        </p:nvSpPr>
        <p:spPr>
          <a:xfrm>
            <a:off x="11022434" y="6257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8419" y="-651"/>
                </a:moveTo>
                <a:cubicBezTo>
                  <a:pt x="63576" y="-3620"/>
                  <a:pt x="69931" y="-3620"/>
                  <a:pt x="75088" y="-651"/>
                </a:cubicBezTo>
                <a:lnTo>
                  <a:pt x="120901" y="25784"/>
                </a:lnTo>
                <a:cubicBezTo>
                  <a:pt x="126057" y="28754"/>
                  <a:pt x="129235" y="34275"/>
                  <a:pt x="129235" y="40213"/>
                </a:cubicBezTo>
                <a:lnTo>
                  <a:pt x="129235" y="93085"/>
                </a:lnTo>
                <a:cubicBezTo>
                  <a:pt x="129235" y="99049"/>
                  <a:pt x="126057" y="104544"/>
                  <a:pt x="120901" y="107513"/>
                </a:cubicBezTo>
                <a:lnTo>
                  <a:pt x="75088" y="134001"/>
                </a:lnTo>
                <a:cubicBezTo>
                  <a:pt x="69931" y="136970"/>
                  <a:pt x="63576" y="136970"/>
                  <a:pt x="58419" y="134001"/>
                </a:cubicBezTo>
                <a:lnTo>
                  <a:pt x="12632" y="107566"/>
                </a:lnTo>
                <a:cubicBezTo>
                  <a:pt x="7475" y="104596"/>
                  <a:pt x="4297" y="99075"/>
                  <a:pt x="4297" y="93137"/>
                </a:cubicBezTo>
                <a:lnTo>
                  <a:pt x="4297" y="40265"/>
                </a:lnTo>
                <a:cubicBezTo>
                  <a:pt x="4297" y="34301"/>
                  <a:pt x="7475" y="28806"/>
                  <a:pt x="12632" y="25837"/>
                </a:cubicBezTo>
                <a:lnTo>
                  <a:pt x="58419" y="-651"/>
                </a:lnTo>
                <a:close/>
                <a:moveTo>
                  <a:pt x="112540" y="93111"/>
                </a:moveTo>
                <a:lnTo>
                  <a:pt x="112540" y="49850"/>
                </a:lnTo>
                <a:lnTo>
                  <a:pt x="75088" y="71467"/>
                </a:lnTo>
                <a:lnTo>
                  <a:pt x="75088" y="114728"/>
                </a:lnTo>
                <a:lnTo>
                  <a:pt x="112540" y="931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11229603" y="6191250"/>
            <a:ext cx="58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Solana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6543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6657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Creators Face an Authenticity Crisis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262063"/>
            <a:ext cx="5591175" cy="1152525"/>
          </a:xfrm>
          <a:custGeom>
            <a:avLst/>
            <a:gdLst/>
            <a:ahLst/>
            <a:cxnLst/>
            <a:rect l="l" t="t" r="r" b="b"/>
            <a:pathLst>
              <a:path w="5591175" h="1152525">
                <a:moveTo>
                  <a:pt x="114296" y="0"/>
                </a:moveTo>
                <a:lnTo>
                  <a:pt x="5476879" y="0"/>
                </a:lnTo>
                <a:cubicBezTo>
                  <a:pt x="5540003" y="0"/>
                  <a:pt x="5591175" y="51172"/>
                  <a:pt x="5591175" y="114296"/>
                </a:cubicBezTo>
                <a:lnTo>
                  <a:pt x="5591175" y="1038229"/>
                </a:lnTo>
                <a:cubicBezTo>
                  <a:pt x="5591175" y="1101353"/>
                  <a:pt x="5540003" y="1152525"/>
                  <a:pt x="547687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4A4E54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457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4375" y="1590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77391"/>
                </a:lnTo>
                <a:lnTo>
                  <a:pt x="50676" y="77391"/>
                </a:lnTo>
                <a:cubicBezTo>
                  <a:pt x="55699" y="69875"/>
                  <a:pt x="62582" y="63698"/>
                  <a:pt x="70656" y="59531"/>
                </a:cubicBezTo>
                <a:lnTo>
                  <a:pt x="0" y="59531"/>
                </a:lnTo>
                <a:lnTo>
                  <a:pt x="0" y="46769"/>
                </a:lnTo>
                <a:cubicBezTo>
                  <a:pt x="0" y="33635"/>
                  <a:pt x="10678" y="22957"/>
                  <a:pt x="23812" y="22957"/>
                </a:cubicBezTo>
                <a:lnTo>
                  <a:pt x="23850" y="22957"/>
                </a:lnTo>
                <a:cubicBezTo>
                  <a:pt x="24296" y="16780"/>
                  <a:pt x="29431" y="11906"/>
                  <a:pt x="35719" y="11906"/>
                </a:cubicBezTo>
                <a:lnTo>
                  <a:pt x="47625" y="11906"/>
                </a:lnTo>
                <a:cubicBezTo>
                  <a:pt x="53913" y="11906"/>
                  <a:pt x="59048" y="16780"/>
                  <a:pt x="59494" y="22957"/>
                </a:cubicBezTo>
                <a:lnTo>
                  <a:pt x="71438" y="22957"/>
                </a:lnTo>
                <a:lnTo>
                  <a:pt x="90488" y="14101"/>
                </a:lnTo>
                <a:cubicBezTo>
                  <a:pt x="93613" y="12650"/>
                  <a:pt x="97036" y="11869"/>
                  <a:pt x="100496" y="11869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59531"/>
                </a:lnTo>
                <a:lnTo>
                  <a:pt x="119807" y="59531"/>
                </a:lnTo>
                <a:cubicBezTo>
                  <a:pt x="127881" y="63698"/>
                  <a:pt x="134764" y="69875"/>
                  <a:pt x="139787" y="77391"/>
                </a:cubicBezTo>
                <a:lnTo>
                  <a:pt x="190463" y="77391"/>
                </a:lnTo>
                <a:lnTo>
                  <a:pt x="190463" y="154781"/>
                </a:lnTo>
                <a:cubicBezTo>
                  <a:pt x="190463" y="167915"/>
                  <a:pt x="179784" y="178594"/>
                  <a:pt x="166650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95250" y="71438"/>
                </a:moveTo>
                <a:cubicBezTo>
                  <a:pt x="82207" y="71017"/>
                  <a:pt x="69971" y="77735"/>
                  <a:pt x="63325" y="88965"/>
                </a:cubicBezTo>
                <a:cubicBezTo>
                  <a:pt x="56679" y="100195"/>
                  <a:pt x="56679" y="114154"/>
                  <a:pt x="63325" y="125385"/>
                </a:cubicBezTo>
                <a:cubicBezTo>
                  <a:pt x="69971" y="136615"/>
                  <a:pt x="82207" y="143333"/>
                  <a:pt x="95250" y="142912"/>
                </a:cubicBezTo>
                <a:cubicBezTo>
                  <a:pt x="108293" y="143333"/>
                  <a:pt x="120529" y="136615"/>
                  <a:pt x="127175" y="125385"/>
                </a:cubicBezTo>
                <a:cubicBezTo>
                  <a:pt x="133821" y="114154"/>
                  <a:pt x="133821" y="100195"/>
                  <a:pt x="127175" y="88965"/>
                </a:cubicBezTo>
                <a:cubicBezTo>
                  <a:pt x="120529" y="77735"/>
                  <a:pt x="108293" y="71017"/>
                  <a:pt x="95250" y="71438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1457325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1B+ Smartphone Photographers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625" y="1762125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Globally capturing moments daily, yet lacking ownership verification tools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2576513"/>
            <a:ext cx="5591175" cy="1152525"/>
          </a:xfrm>
          <a:custGeom>
            <a:avLst/>
            <a:gdLst/>
            <a:ahLst/>
            <a:cxnLst/>
            <a:rect l="l" t="t" r="r" b="b"/>
            <a:pathLst>
              <a:path w="5591175" h="1152525">
                <a:moveTo>
                  <a:pt x="114296" y="0"/>
                </a:moveTo>
                <a:lnTo>
                  <a:pt x="5476879" y="0"/>
                </a:lnTo>
                <a:cubicBezTo>
                  <a:pt x="5540003" y="0"/>
                  <a:pt x="5591175" y="51172"/>
                  <a:pt x="5591175" y="114296"/>
                </a:cubicBezTo>
                <a:lnTo>
                  <a:pt x="5591175" y="1038229"/>
                </a:lnTo>
                <a:cubicBezTo>
                  <a:pt x="5591175" y="1101353"/>
                  <a:pt x="5540003" y="1152525"/>
                  <a:pt x="547687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4A4E54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1025" y="2771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4375" y="2905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90625" y="2771775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Photos Stolen Daily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0625" y="3076575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theft rampant across social platforms with no recourse for creators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890962"/>
            <a:ext cx="5591175" cy="1152525"/>
          </a:xfrm>
          <a:custGeom>
            <a:avLst/>
            <a:gdLst/>
            <a:ahLst/>
            <a:cxnLst/>
            <a:rect l="l" t="t" r="r" b="b"/>
            <a:pathLst>
              <a:path w="5591175" h="1152525">
                <a:moveTo>
                  <a:pt x="114296" y="0"/>
                </a:moveTo>
                <a:lnTo>
                  <a:pt x="5476879" y="0"/>
                </a:lnTo>
                <a:cubicBezTo>
                  <a:pt x="5540003" y="0"/>
                  <a:pt x="5591175" y="51172"/>
                  <a:pt x="5591175" y="114296"/>
                </a:cubicBezTo>
                <a:lnTo>
                  <a:pt x="5591175" y="1038229"/>
                </a:lnTo>
                <a:cubicBezTo>
                  <a:pt x="5591175" y="1101353"/>
                  <a:pt x="5540003" y="1152525"/>
                  <a:pt x="5476879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4A4E54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025" y="4086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0563" y="42195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90625" y="4086225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Deepfakes Erode Trust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90625" y="4391025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content making it impossible to verify visual media authenticity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763" y="5205413"/>
            <a:ext cx="5591175" cy="923925"/>
          </a:xfrm>
          <a:custGeom>
            <a:avLst/>
            <a:gdLst/>
            <a:ahLst/>
            <a:cxnLst/>
            <a:rect l="l" t="t" r="r" b="b"/>
            <a:pathLst>
              <a:path w="5591175" h="923925">
                <a:moveTo>
                  <a:pt x="114299" y="0"/>
                </a:moveTo>
                <a:lnTo>
                  <a:pt x="5476876" y="0"/>
                </a:lnTo>
                <a:cubicBezTo>
                  <a:pt x="5540002" y="0"/>
                  <a:pt x="5591175" y="51173"/>
                  <a:pt x="5591175" y="114299"/>
                </a:cubicBezTo>
                <a:lnTo>
                  <a:pt x="5591175" y="809626"/>
                </a:lnTo>
                <a:cubicBezTo>
                  <a:pt x="5591175" y="872752"/>
                  <a:pt x="5540002" y="923925"/>
                  <a:pt x="5476876" y="923925"/>
                </a:cubicBezTo>
                <a:lnTo>
                  <a:pt x="114299" y="923925"/>
                </a:lnTo>
                <a:cubicBezTo>
                  <a:pt x="51216" y="923925"/>
                  <a:pt x="0" y="872709"/>
                  <a:pt x="0" y="8096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4A4E54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1025" y="5400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8188" y="55340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90625" y="5400675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Mobile-First Proof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90625" y="5705475"/>
            <a:ext cx="458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 require desktop computers and technical expertise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5063" y="1262063"/>
            <a:ext cx="5591175" cy="3743325"/>
          </a:xfrm>
          <a:custGeom>
            <a:avLst/>
            <a:gdLst/>
            <a:ahLst/>
            <a:cxnLst/>
            <a:rect l="l" t="t" r="r" b="b"/>
            <a:pathLst>
              <a:path w="5591175" h="3743325">
                <a:moveTo>
                  <a:pt x="114284" y="0"/>
                </a:moveTo>
                <a:lnTo>
                  <a:pt x="5476891" y="0"/>
                </a:lnTo>
                <a:cubicBezTo>
                  <a:pt x="5540008" y="0"/>
                  <a:pt x="5591175" y="51167"/>
                  <a:pt x="5591175" y="114284"/>
                </a:cubicBezTo>
                <a:lnTo>
                  <a:pt x="5591175" y="3629041"/>
                </a:lnTo>
                <a:cubicBezTo>
                  <a:pt x="5591175" y="3692158"/>
                  <a:pt x="5540008" y="3743325"/>
                  <a:pt x="5476891" y="3743325"/>
                </a:cubicBezTo>
                <a:lnTo>
                  <a:pt x="114284" y="3743325"/>
                </a:lnTo>
                <a:cubicBezTo>
                  <a:pt x="51167" y="3743325"/>
                  <a:pt x="0" y="3692158"/>
                  <a:pt x="0" y="362904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9945FF">
              <a:alpha val="1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2238" y="1533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8" name="Text 26"/>
          <p:cNvSpPr/>
          <p:nvPr/>
        </p:nvSpPr>
        <p:spPr>
          <a:xfrm>
            <a:off x="6686550" y="1495425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NFT Tools Fall Short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8425" y="1914525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1775" y="2066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E0E2E5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67525" y="2028825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 desktop computers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48425" y="2486025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62725" y="26384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E0E2E5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867525" y="2600325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steps, technical knowledge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48425" y="3057525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10350" y="3209925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0481" y="7144"/>
                </a:moveTo>
                <a:cubicBezTo>
                  <a:pt x="40481" y="3185"/>
                  <a:pt x="43666" y="0"/>
                  <a:pt x="47625" y="0"/>
                </a:cubicBezTo>
                <a:cubicBezTo>
                  <a:pt x="51584" y="0"/>
                  <a:pt x="54769" y="3185"/>
                  <a:pt x="54769" y="7144"/>
                </a:cubicBezTo>
                <a:lnTo>
                  <a:pt x="54769" y="19050"/>
                </a:lnTo>
                <a:lnTo>
                  <a:pt x="71438" y="19050"/>
                </a:lnTo>
                <a:cubicBezTo>
                  <a:pt x="76706" y="19050"/>
                  <a:pt x="80962" y="23306"/>
                  <a:pt x="80962" y="28575"/>
                </a:cubicBezTo>
                <a:cubicBezTo>
                  <a:pt x="80962" y="33844"/>
                  <a:pt x="76706" y="38100"/>
                  <a:pt x="71438" y="38100"/>
                </a:cubicBezTo>
                <a:lnTo>
                  <a:pt x="37237" y="38100"/>
                </a:lnTo>
                <a:cubicBezTo>
                  <a:pt x="29825" y="38100"/>
                  <a:pt x="23813" y="44113"/>
                  <a:pt x="23813" y="51524"/>
                </a:cubicBezTo>
                <a:cubicBezTo>
                  <a:pt x="23813" y="58222"/>
                  <a:pt x="28724" y="63877"/>
                  <a:pt x="35332" y="64830"/>
                </a:cubicBezTo>
                <a:lnTo>
                  <a:pt x="62597" y="68729"/>
                </a:lnTo>
                <a:cubicBezTo>
                  <a:pt x="78611" y="71021"/>
                  <a:pt x="90488" y="84713"/>
                  <a:pt x="90488" y="100876"/>
                </a:cubicBezTo>
                <a:cubicBezTo>
                  <a:pt x="90488" y="118824"/>
                  <a:pt x="75932" y="133350"/>
                  <a:pt x="58013" y="133350"/>
                </a:cubicBezTo>
                <a:lnTo>
                  <a:pt x="54769" y="133350"/>
                </a:lnTo>
                <a:lnTo>
                  <a:pt x="54769" y="145256"/>
                </a:lnTo>
                <a:cubicBezTo>
                  <a:pt x="54769" y="149215"/>
                  <a:pt x="51584" y="152400"/>
                  <a:pt x="47625" y="152400"/>
                </a:cubicBezTo>
                <a:cubicBezTo>
                  <a:pt x="43666" y="152400"/>
                  <a:pt x="40481" y="149215"/>
                  <a:pt x="40481" y="145256"/>
                </a:cubicBezTo>
                <a:lnTo>
                  <a:pt x="40481" y="133350"/>
                </a:lnTo>
                <a:lnTo>
                  <a:pt x="19050" y="133350"/>
                </a:lnTo>
                <a:cubicBezTo>
                  <a:pt x="13781" y="133350"/>
                  <a:pt x="9525" y="129094"/>
                  <a:pt x="9525" y="123825"/>
                </a:cubicBezTo>
                <a:cubicBezTo>
                  <a:pt x="9525" y="118556"/>
                  <a:pt x="13781" y="114300"/>
                  <a:pt x="19050" y="114300"/>
                </a:cubicBezTo>
                <a:lnTo>
                  <a:pt x="58013" y="114300"/>
                </a:lnTo>
                <a:cubicBezTo>
                  <a:pt x="65425" y="114300"/>
                  <a:pt x="71438" y="108287"/>
                  <a:pt x="71438" y="100876"/>
                </a:cubicBezTo>
                <a:cubicBezTo>
                  <a:pt x="71438" y="94178"/>
                  <a:pt x="66526" y="88523"/>
                  <a:pt x="59918" y="87570"/>
                </a:cubicBezTo>
                <a:lnTo>
                  <a:pt x="32653" y="83671"/>
                </a:lnTo>
                <a:cubicBezTo>
                  <a:pt x="16639" y="81409"/>
                  <a:pt x="4763" y="67687"/>
                  <a:pt x="4763" y="51524"/>
                </a:cubicBezTo>
                <a:cubicBezTo>
                  <a:pt x="4763" y="33605"/>
                  <a:pt x="19318" y="19050"/>
                  <a:pt x="37237" y="19050"/>
                </a:cubicBezTo>
                <a:lnTo>
                  <a:pt x="40481" y="19050"/>
                </a:lnTo>
                <a:lnTo>
                  <a:pt x="40481" y="7144"/>
                </a:lnTo>
                <a:close/>
              </a:path>
            </a:pathLst>
          </a:custGeom>
          <a:solidFill>
            <a:srgbClr val="E0E2E5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867525" y="3171825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Expensive ($5-50 per mint)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48425" y="3629025"/>
            <a:ext cx="5124450" cy="457200"/>
          </a:xfrm>
          <a:custGeom>
            <a:avLst/>
            <a:gdLst/>
            <a:ahLst/>
            <a:cxnLst/>
            <a:rect l="l" t="t" r="r" b="b"/>
            <a:pathLst>
              <a:path w="5124450" h="457200">
                <a:moveTo>
                  <a:pt x="76202" y="0"/>
                </a:moveTo>
                <a:lnTo>
                  <a:pt x="5048248" y="0"/>
                </a:lnTo>
                <a:cubicBezTo>
                  <a:pt x="5090333" y="0"/>
                  <a:pt x="5124450" y="34117"/>
                  <a:pt x="5124450" y="76202"/>
                </a:cubicBezTo>
                <a:lnTo>
                  <a:pt x="5124450" y="380998"/>
                </a:lnTo>
                <a:cubicBezTo>
                  <a:pt x="5124450" y="423083"/>
                  <a:pt x="5090333" y="457200"/>
                  <a:pt x="50482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91300" y="3781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E0E2E5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867525" y="3743325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designed for photographers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5063" y="5205413"/>
            <a:ext cx="5591175" cy="1266825"/>
          </a:xfrm>
          <a:custGeom>
            <a:avLst/>
            <a:gdLst/>
            <a:ahLst/>
            <a:cxnLst/>
            <a:rect l="l" t="t" r="r" b="b"/>
            <a:pathLst>
              <a:path w="5591175" h="1266825">
                <a:moveTo>
                  <a:pt x="114306" y="0"/>
                </a:moveTo>
                <a:lnTo>
                  <a:pt x="5476869" y="0"/>
                </a:lnTo>
                <a:cubicBezTo>
                  <a:pt x="5539999" y="0"/>
                  <a:pt x="5591175" y="51176"/>
                  <a:pt x="5591175" y="114306"/>
                </a:cubicBezTo>
                <a:lnTo>
                  <a:pt x="5591175" y="1152519"/>
                </a:lnTo>
                <a:cubicBezTo>
                  <a:pt x="5591175" y="1215649"/>
                  <a:pt x="5539999" y="1266825"/>
                  <a:pt x="5476869" y="1266825"/>
                </a:cubicBezTo>
                <a:lnTo>
                  <a:pt x="114306" y="1266825"/>
                </a:lnTo>
                <a:cubicBezTo>
                  <a:pt x="51176" y="1266825"/>
                  <a:pt x="0" y="1215649"/>
                  <a:pt x="0" y="115251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14F195">
              <a:alpha val="1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67475" y="54197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3" name="Text 41"/>
          <p:cNvSpPr/>
          <p:nvPr/>
        </p:nvSpPr>
        <p:spPr>
          <a:xfrm>
            <a:off x="6810375" y="5400675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10325" y="578167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creators need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seamless, affordable, mobile-native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solution for proving photo ownership and authenticity.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5495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5610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PhotoLynk: Instant Blockchain Proof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300" y="990600"/>
            <a:ext cx="1102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→ Blockchain in 3 Taps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3676650" cy="2447925"/>
          </a:xfrm>
          <a:custGeom>
            <a:avLst/>
            <a:gdLst/>
            <a:ahLst/>
            <a:cxnLst/>
            <a:rect l="l" t="t" r="r" b="b"/>
            <a:pathLst>
              <a:path w="3676650" h="2447925">
                <a:moveTo>
                  <a:pt x="114294" y="0"/>
                </a:moveTo>
                <a:lnTo>
                  <a:pt x="3562356" y="0"/>
                </a:lnTo>
                <a:cubicBezTo>
                  <a:pt x="3625479" y="0"/>
                  <a:pt x="3676650" y="51171"/>
                  <a:pt x="3676650" y="114294"/>
                </a:cubicBezTo>
                <a:lnTo>
                  <a:pt x="3676650" y="2333631"/>
                </a:lnTo>
                <a:cubicBezTo>
                  <a:pt x="3676650" y="2396754"/>
                  <a:pt x="3625479" y="2447925"/>
                  <a:pt x="3562356" y="2447925"/>
                </a:cubicBezTo>
                <a:lnTo>
                  <a:pt x="114294" y="2447925"/>
                </a:lnTo>
                <a:cubicBezTo>
                  <a:pt x="51171" y="2447925"/>
                  <a:pt x="0" y="2396754"/>
                  <a:pt x="0" y="23336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025" y="1647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9" name="Text 7"/>
          <p:cNvSpPr/>
          <p:nvPr/>
        </p:nvSpPr>
        <p:spPr>
          <a:xfrm>
            <a:off x="811485" y="1762125"/>
            <a:ext cx="19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8725" y="1685925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8725" y="1876425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Photo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788" y="2338388"/>
            <a:ext cx="3276600" cy="1057275"/>
          </a:xfrm>
          <a:custGeom>
            <a:avLst/>
            <a:gdLst/>
            <a:ahLst/>
            <a:cxnLst/>
            <a:rect l="l" t="t" r="r" b="b"/>
            <a:pathLst>
              <a:path w="3276600" h="1057275">
                <a:moveTo>
                  <a:pt x="76198" y="0"/>
                </a:moveTo>
                <a:lnTo>
                  <a:pt x="3200402" y="0"/>
                </a:lnTo>
                <a:cubicBezTo>
                  <a:pt x="3242485" y="0"/>
                  <a:pt x="3276600" y="34115"/>
                  <a:pt x="3276600" y="76198"/>
                </a:cubicBezTo>
                <a:lnTo>
                  <a:pt x="3276600" y="981077"/>
                </a:lnTo>
                <a:cubicBezTo>
                  <a:pt x="3276600" y="1023160"/>
                  <a:pt x="3242485" y="1057275"/>
                  <a:pt x="320040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850" y="2638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3142" y="57864"/>
                </a:moveTo>
                <a:lnTo>
                  <a:pt x="123855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33345" y="85725"/>
                </a:lnTo>
                <a:lnTo>
                  <a:pt x="324058" y="57864"/>
                </a:lnTo>
                <a:cubicBezTo>
                  <a:pt x="318254" y="40362"/>
                  <a:pt x="301913" y="28575"/>
                  <a:pt x="283428" y="28575"/>
                </a:cubicBezTo>
                <a:lnTo>
                  <a:pt x="173772" y="28575"/>
                </a:lnTo>
                <a:cubicBezTo>
                  <a:pt x="155287" y="28575"/>
                  <a:pt x="138946" y="40362"/>
                  <a:pt x="133142" y="57864"/>
                </a:cubicBezTo>
                <a:close/>
                <a:moveTo>
                  <a:pt x="228600" y="171450"/>
                </a:moveTo>
                <a:cubicBezTo>
                  <a:pt x="275913" y="171450"/>
                  <a:pt x="314325" y="209862"/>
                  <a:pt x="314325" y="257175"/>
                </a:cubicBezTo>
                <a:cubicBezTo>
                  <a:pt x="314325" y="304488"/>
                  <a:pt x="275913" y="342900"/>
                  <a:pt x="228600" y="342900"/>
                </a:cubicBezTo>
                <a:cubicBezTo>
                  <a:pt x="181287" y="342900"/>
                  <a:pt x="142875" y="304488"/>
                  <a:pt x="142875" y="257175"/>
                </a:cubicBezTo>
                <a:cubicBezTo>
                  <a:pt x="142875" y="209862"/>
                  <a:pt x="181287" y="171450"/>
                  <a:pt x="228600" y="17145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7688" y="351472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camera integration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9238" y="1452563"/>
            <a:ext cx="3676650" cy="2447925"/>
          </a:xfrm>
          <a:custGeom>
            <a:avLst/>
            <a:gdLst/>
            <a:ahLst/>
            <a:cxnLst/>
            <a:rect l="l" t="t" r="r" b="b"/>
            <a:pathLst>
              <a:path w="3676650" h="2447925">
                <a:moveTo>
                  <a:pt x="114294" y="0"/>
                </a:moveTo>
                <a:lnTo>
                  <a:pt x="3562356" y="0"/>
                </a:lnTo>
                <a:cubicBezTo>
                  <a:pt x="3625479" y="0"/>
                  <a:pt x="3676650" y="51171"/>
                  <a:pt x="3676650" y="114294"/>
                </a:cubicBezTo>
                <a:lnTo>
                  <a:pt x="3676650" y="2333631"/>
                </a:lnTo>
                <a:cubicBezTo>
                  <a:pt x="3676650" y="2396754"/>
                  <a:pt x="3625479" y="2447925"/>
                  <a:pt x="3562356" y="2447925"/>
                </a:cubicBezTo>
                <a:lnTo>
                  <a:pt x="114294" y="2447925"/>
                </a:lnTo>
                <a:cubicBezTo>
                  <a:pt x="51171" y="2447925"/>
                  <a:pt x="0" y="2396754"/>
                  <a:pt x="0" y="23336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4500" y="1647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008" y="1762125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02200" y="1685925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TWO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02200" y="1876425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Title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59263" y="2338388"/>
            <a:ext cx="3276600" cy="1057275"/>
          </a:xfrm>
          <a:custGeom>
            <a:avLst/>
            <a:gdLst/>
            <a:ahLst/>
            <a:cxnLst/>
            <a:rect l="l" t="t" r="r" b="b"/>
            <a:pathLst>
              <a:path w="3276600" h="1057275">
                <a:moveTo>
                  <a:pt x="76198" y="0"/>
                </a:moveTo>
                <a:lnTo>
                  <a:pt x="3200402" y="0"/>
                </a:lnTo>
                <a:cubicBezTo>
                  <a:pt x="3242485" y="0"/>
                  <a:pt x="3276600" y="34115"/>
                  <a:pt x="3276600" y="76198"/>
                </a:cubicBezTo>
                <a:lnTo>
                  <a:pt x="3276600" y="981077"/>
                </a:lnTo>
                <a:cubicBezTo>
                  <a:pt x="3276600" y="1023160"/>
                  <a:pt x="3242485" y="1057275"/>
                  <a:pt x="320040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67326" y="2638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5129" y="18931"/>
                </a:moveTo>
                <a:lnTo>
                  <a:pt x="275034" y="59025"/>
                </a:lnTo>
                <a:lnTo>
                  <a:pt x="398175" y="182166"/>
                </a:lnTo>
                <a:lnTo>
                  <a:pt x="438269" y="142071"/>
                </a:lnTo>
                <a:cubicBezTo>
                  <a:pt x="450413" y="130016"/>
                  <a:pt x="457200" y="113586"/>
                  <a:pt x="457200" y="96441"/>
                </a:cubicBezTo>
                <a:cubicBezTo>
                  <a:pt x="457200" y="79296"/>
                  <a:pt x="450413" y="62865"/>
                  <a:pt x="438269" y="50810"/>
                </a:cubicBezTo>
                <a:lnTo>
                  <a:pt x="406390" y="18931"/>
                </a:lnTo>
                <a:cubicBezTo>
                  <a:pt x="394335" y="6787"/>
                  <a:pt x="377904" y="0"/>
                  <a:pt x="360759" y="0"/>
                </a:cubicBezTo>
                <a:cubicBezTo>
                  <a:pt x="343614" y="0"/>
                  <a:pt x="327184" y="6787"/>
                  <a:pt x="315129" y="18931"/>
                </a:cubicBezTo>
                <a:close/>
                <a:moveTo>
                  <a:pt x="244763" y="89297"/>
                </a:moveTo>
                <a:lnTo>
                  <a:pt x="52596" y="281374"/>
                </a:lnTo>
                <a:cubicBezTo>
                  <a:pt x="43041" y="290929"/>
                  <a:pt x="36076" y="302895"/>
                  <a:pt x="32415" y="315932"/>
                </a:cubicBezTo>
                <a:lnTo>
                  <a:pt x="804" y="430054"/>
                </a:lnTo>
                <a:cubicBezTo>
                  <a:pt x="-1250" y="437465"/>
                  <a:pt x="804" y="445502"/>
                  <a:pt x="6340" y="450949"/>
                </a:cubicBezTo>
                <a:cubicBezTo>
                  <a:pt x="11876" y="456396"/>
                  <a:pt x="19824" y="458539"/>
                  <a:pt x="27236" y="456486"/>
                </a:cubicBezTo>
                <a:lnTo>
                  <a:pt x="141357" y="424785"/>
                </a:lnTo>
                <a:cubicBezTo>
                  <a:pt x="154394" y="421124"/>
                  <a:pt x="166271" y="414248"/>
                  <a:pt x="175915" y="404604"/>
                </a:cubicBezTo>
                <a:lnTo>
                  <a:pt x="367903" y="212437"/>
                </a:lnTo>
                <a:lnTo>
                  <a:pt x="244763" y="89297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2" name="Text 20"/>
          <p:cNvSpPr/>
          <p:nvPr/>
        </p:nvSpPr>
        <p:spPr>
          <a:xfrm>
            <a:off x="4421163" y="351472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metadata entry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2713" y="1452563"/>
            <a:ext cx="3676650" cy="2447925"/>
          </a:xfrm>
          <a:custGeom>
            <a:avLst/>
            <a:gdLst/>
            <a:ahLst/>
            <a:cxnLst/>
            <a:rect l="l" t="t" r="r" b="b"/>
            <a:pathLst>
              <a:path w="3676650" h="2447925">
                <a:moveTo>
                  <a:pt x="114294" y="0"/>
                </a:moveTo>
                <a:lnTo>
                  <a:pt x="3562356" y="0"/>
                </a:lnTo>
                <a:cubicBezTo>
                  <a:pt x="3625479" y="0"/>
                  <a:pt x="3676650" y="51171"/>
                  <a:pt x="3676650" y="114294"/>
                </a:cubicBezTo>
                <a:lnTo>
                  <a:pt x="3676650" y="2333631"/>
                </a:lnTo>
                <a:cubicBezTo>
                  <a:pt x="3676650" y="2396754"/>
                  <a:pt x="3625479" y="2447925"/>
                  <a:pt x="3562356" y="2447925"/>
                </a:cubicBezTo>
                <a:lnTo>
                  <a:pt x="114294" y="2447925"/>
                </a:lnTo>
                <a:cubicBezTo>
                  <a:pt x="51171" y="2447925"/>
                  <a:pt x="0" y="2396754"/>
                  <a:pt x="0" y="23336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7975" y="16478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5" name="Text 23"/>
          <p:cNvSpPr/>
          <p:nvPr/>
        </p:nvSpPr>
        <p:spPr>
          <a:xfrm>
            <a:off x="8533507" y="1762125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75675" y="1685925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THREE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75675" y="1876425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32738" y="2338388"/>
            <a:ext cx="3276600" cy="1057275"/>
          </a:xfrm>
          <a:custGeom>
            <a:avLst/>
            <a:gdLst/>
            <a:ahLst/>
            <a:cxnLst/>
            <a:rect l="l" t="t" r="r" b="b"/>
            <a:pathLst>
              <a:path w="3276600" h="1057275">
                <a:moveTo>
                  <a:pt x="76198" y="0"/>
                </a:moveTo>
                <a:lnTo>
                  <a:pt x="3200402" y="0"/>
                </a:lnTo>
                <a:cubicBezTo>
                  <a:pt x="3242485" y="0"/>
                  <a:pt x="3276600" y="34115"/>
                  <a:pt x="3276600" y="76198"/>
                </a:cubicBezTo>
                <a:lnTo>
                  <a:pt x="3276600" y="981077"/>
                </a:lnTo>
                <a:cubicBezTo>
                  <a:pt x="3276600" y="1023160"/>
                  <a:pt x="3242485" y="1057275"/>
                  <a:pt x="320040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14F195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40801" y="2638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228600"/>
                </a:moveTo>
                <a:cubicBezTo>
                  <a:pt x="42863" y="125998"/>
                  <a:pt x="125998" y="42863"/>
                  <a:pt x="228600" y="42863"/>
                </a:cubicBezTo>
                <a:cubicBezTo>
                  <a:pt x="284946" y="42863"/>
                  <a:pt x="335399" y="67955"/>
                  <a:pt x="369510" y="107603"/>
                </a:cubicBezTo>
                <a:cubicBezTo>
                  <a:pt x="377190" y="116622"/>
                  <a:pt x="390763" y="117604"/>
                  <a:pt x="399693" y="109924"/>
                </a:cubicBezTo>
                <a:cubicBezTo>
                  <a:pt x="408623" y="102245"/>
                  <a:pt x="409694" y="88672"/>
                  <a:pt x="402015" y="79742"/>
                </a:cubicBezTo>
                <a:cubicBezTo>
                  <a:pt x="360134" y="30897"/>
                  <a:pt x="297984" y="0"/>
                  <a:pt x="228600" y="0"/>
                </a:cubicBezTo>
                <a:cubicBezTo>
                  <a:pt x="102334" y="0"/>
                  <a:pt x="0" y="102334"/>
                  <a:pt x="0" y="228600"/>
                </a:cubicBezTo>
                <a:lnTo>
                  <a:pt x="0" y="264319"/>
                </a:lnTo>
                <a:cubicBezTo>
                  <a:pt x="0" y="276195"/>
                  <a:pt x="9555" y="285750"/>
                  <a:pt x="21431" y="285750"/>
                </a:cubicBezTo>
                <a:cubicBezTo>
                  <a:pt x="33308" y="285750"/>
                  <a:pt x="42863" y="276195"/>
                  <a:pt x="42863" y="264319"/>
                </a:cubicBezTo>
                <a:lnTo>
                  <a:pt x="42863" y="228600"/>
                </a:lnTo>
                <a:close/>
                <a:moveTo>
                  <a:pt x="452289" y="181362"/>
                </a:moveTo>
                <a:cubicBezTo>
                  <a:pt x="449878" y="169753"/>
                  <a:pt x="438448" y="162342"/>
                  <a:pt x="426928" y="164842"/>
                </a:cubicBezTo>
                <a:cubicBezTo>
                  <a:pt x="415409" y="167342"/>
                  <a:pt x="407908" y="178683"/>
                  <a:pt x="410408" y="190202"/>
                </a:cubicBezTo>
                <a:cubicBezTo>
                  <a:pt x="412998" y="202615"/>
                  <a:pt x="414427" y="215473"/>
                  <a:pt x="414427" y="228689"/>
                </a:cubicBezTo>
                <a:lnTo>
                  <a:pt x="414427" y="264408"/>
                </a:lnTo>
                <a:cubicBezTo>
                  <a:pt x="414427" y="276285"/>
                  <a:pt x="423982" y="285839"/>
                  <a:pt x="435858" y="285839"/>
                </a:cubicBezTo>
                <a:cubicBezTo>
                  <a:pt x="447735" y="285839"/>
                  <a:pt x="457289" y="276285"/>
                  <a:pt x="457289" y="264408"/>
                </a:cubicBezTo>
                <a:lnTo>
                  <a:pt x="457289" y="228689"/>
                </a:lnTo>
                <a:cubicBezTo>
                  <a:pt x="457289" y="212527"/>
                  <a:pt x="455593" y="196721"/>
                  <a:pt x="452378" y="181451"/>
                </a:cubicBezTo>
                <a:close/>
                <a:moveTo>
                  <a:pt x="228600" y="71438"/>
                </a:moveTo>
                <a:cubicBezTo>
                  <a:pt x="211634" y="71438"/>
                  <a:pt x="195203" y="74116"/>
                  <a:pt x="179933" y="79117"/>
                </a:cubicBezTo>
                <a:cubicBezTo>
                  <a:pt x="166360" y="83582"/>
                  <a:pt x="163235" y="100280"/>
                  <a:pt x="172522" y="111175"/>
                </a:cubicBezTo>
                <a:cubicBezTo>
                  <a:pt x="178862" y="118586"/>
                  <a:pt x="189309" y="120819"/>
                  <a:pt x="198775" y="118229"/>
                </a:cubicBezTo>
                <a:cubicBezTo>
                  <a:pt x="208240" y="115639"/>
                  <a:pt x="218242" y="114300"/>
                  <a:pt x="228600" y="114300"/>
                </a:cubicBezTo>
                <a:cubicBezTo>
                  <a:pt x="291733" y="114300"/>
                  <a:pt x="342900" y="165467"/>
                  <a:pt x="342900" y="228600"/>
                </a:cubicBezTo>
                <a:lnTo>
                  <a:pt x="342900" y="250835"/>
                </a:lnTo>
                <a:cubicBezTo>
                  <a:pt x="342900" y="273338"/>
                  <a:pt x="341561" y="295751"/>
                  <a:pt x="338971" y="318075"/>
                </a:cubicBezTo>
                <a:cubicBezTo>
                  <a:pt x="337453" y="331113"/>
                  <a:pt x="347365" y="342900"/>
                  <a:pt x="360581" y="342900"/>
                </a:cubicBezTo>
                <a:cubicBezTo>
                  <a:pt x="371118" y="342900"/>
                  <a:pt x="380137" y="335220"/>
                  <a:pt x="381387" y="324773"/>
                </a:cubicBezTo>
                <a:cubicBezTo>
                  <a:pt x="384334" y="300305"/>
                  <a:pt x="385852" y="275659"/>
                  <a:pt x="385852" y="250924"/>
                </a:cubicBezTo>
                <a:lnTo>
                  <a:pt x="385852" y="228689"/>
                </a:lnTo>
                <a:cubicBezTo>
                  <a:pt x="385852" y="141893"/>
                  <a:pt x="315486" y="71527"/>
                  <a:pt x="228689" y="71527"/>
                </a:cubicBezTo>
                <a:close/>
                <a:moveTo>
                  <a:pt x="134570" y="132784"/>
                </a:moveTo>
                <a:cubicBezTo>
                  <a:pt x="126444" y="123319"/>
                  <a:pt x="111978" y="122605"/>
                  <a:pt x="104299" y="132427"/>
                </a:cubicBezTo>
                <a:cubicBezTo>
                  <a:pt x="83671" y="159038"/>
                  <a:pt x="71437" y="192345"/>
                  <a:pt x="71437" y="228600"/>
                </a:cubicBezTo>
                <a:lnTo>
                  <a:pt x="71437" y="250835"/>
                </a:lnTo>
                <a:cubicBezTo>
                  <a:pt x="71437" y="272445"/>
                  <a:pt x="69116" y="294055"/>
                  <a:pt x="64472" y="315039"/>
                </a:cubicBezTo>
                <a:cubicBezTo>
                  <a:pt x="61436" y="328970"/>
                  <a:pt x="71527" y="342811"/>
                  <a:pt x="85814" y="342811"/>
                </a:cubicBezTo>
                <a:cubicBezTo>
                  <a:pt x="95190" y="342811"/>
                  <a:pt x="103584" y="336560"/>
                  <a:pt x="105638" y="327362"/>
                </a:cubicBezTo>
                <a:cubicBezTo>
                  <a:pt x="111353" y="302270"/>
                  <a:pt x="114300" y="276642"/>
                  <a:pt x="114300" y="250746"/>
                </a:cubicBezTo>
                <a:lnTo>
                  <a:pt x="114300" y="228511"/>
                </a:lnTo>
                <a:cubicBezTo>
                  <a:pt x="114300" y="204222"/>
                  <a:pt x="121890" y="181719"/>
                  <a:pt x="134749" y="163235"/>
                </a:cubicBezTo>
                <a:cubicBezTo>
                  <a:pt x="141178" y="153948"/>
                  <a:pt x="141893" y="141268"/>
                  <a:pt x="134570" y="132695"/>
                </a:cubicBezTo>
                <a:close/>
                <a:moveTo>
                  <a:pt x="228600" y="142875"/>
                </a:moveTo>
                <a:cubicBezTo>
                  <a:pt x="181273" y="142875"/>
                  <a:pt x="142875" y="181273"/>
                  <a:pt x="142875" y="228600"/>
                </a:cubicBezTo>
                <a:lnTo>
                  <a:pt x="142875" y="250835"/>
                </a:lnTo>
                <a:cubicBezTo>
                  <a:pt x="142875" y="282892"/>
                  <a:pt x="138767" y="314682"/>
                  <a:pt x="130552" y="345579"/>
                </a:cubicBezTo>
                <a:cubicBezTo>
                  <a:pt x="127159" y="358348"/>
                  <a:pt x="136535" y="371475"/>
                  <a:pt x="149751" y="371475"/>
                </a:cubicBezTo>
                <a:cubicBezTo>
                  <a:pt x="158234" y="371475"/>
                  <a:pt x="165735" y="365939"/>
                  <a:pt x="167967" y="357723"/>
                </a:cubicBezTo>
                <a:cubicBezTo>
                  <a:pt x="177344" y="322898"/>
                  <a:pt x="182166" y="287000"/>
                  <a:pt x="182166" y="250835"/>
                </a:cubicBezTo>
                <a:lnTo>
                  <a:pt x="182166" y="228600"/>
                </a:lnTo>
                <a:cubicBezTo>
                  <a:pt x="182166" y="202972"/>
                  <a:pt x="202972" y="182166"/>
                  <a:pt x="228600" y="182166"/>
                </a:cubicBezTo>
                <a:cubicBezTo>
                  <a:pt x="254228" y="182166"/>
                  <a:pt x="275034" y="202972"/>
                  <a:pt x="275034" y="228600"/>
                </a:cubicBezTo>
                <a:lnTo>
                  <a:pt x="275034" y="250835"/>
                </a:lnTo>
                <a:cubicBezTo>
                  <a:pt x="275034" y="283250"/>
                  <a:pt x="271909" y="315486"/>
                  <a:pt x="265748" y="347186"/>
                </a:cubicBezTo>
                <a:cubicBezTo>
                  <a:pt x="263336" y="359599"/>
                  <a:pt x="272623" y="371475"/>
                  <a:pt x="285214" y="371475"/>
                </a:cubicBezTo>
                <a:cubicBezTo>
                  <a:pt x="294323" y="371475"/>
                  <a:pt x="302181" y="365224"/>
                  <a:pt x="303967" y="356295"/>
                </a:cubicBezTo>
                <a:cubicBezTo>
                  <a:pt x="310842" y="321647"/>
                  <a:pt x="314325" y="286375"/>
                  <a:pt x="314325" y="250835"/>
                </a:cubicBezTo>
                <a:lnTo>
                  <a:pt x="314325" y="228600"/>
                </a:lnTo>
                <a:cubicBezTo>
                  <a:pt x="314325" y="181273"/>
                  <a:pt x="275927" y="142875"/>
                  <a:pt x="228600" y="142875"/>
                </a:cubicBezTo>
                <a:close/>
                <a:moveTo>
                  <a:pt x="250031" y="228600"/>
                </a:moveTo>
                <a:cubicBezTo>
                  <a:pt x="250031" y="216724"/>
                  <a:pt x="240476" y="207169"/>
                  <a:pt x="228600" y="207169"/>
                </a:cubicBezTo>
                <a:cubicBezTo>
                  <a:pt x="216724" y="207169"/>
                  <a:pt x="207169" y="216724"/>
                  <a:pt x="207169" y="228600"/>
                </a:cubicBezTo>
                <a:lnTo>
                  <a:pt x="207169" y="250835"/>
                </a:lnTo>
                <a:cubicBezTo>
                  <a:pt x="207169" y="304324"/>
                  <a:pt x="197346" y="357366"/>
                  <a:pt x="178147" y="407283"/>
                </a:cubicBezTo>
                <a:lnTo>
                  <a:pt x="172879" y="420945"/>
                </a:lnTo>
                <a:cubicBezTo>
                  <a:pt x="168592" y="432018"/>
                  <a:pt x="174129" y="444431"/>
                  <a:pt x="185202" y="448628"/>
                </a:cubicBezTo>
                <a:cubicBezTo>
                  <a:pt x="196275" y="452824"/>
                  <a:pt x="208687" y="447377"/>
                  <a:pt x="212884" y="436305"/>
                </a:cubicBezTo>
                <a:lnTo>
                  <a:pt x="218152" y="422642"/>
                </a:lnTo>
                <a:cubicBezTo>
                  <a:pt x="239226" y="367814"/>
                  <a:pt x="250031" y="309592"/>
                  <a:pt x="250031" y="250835"/>
                </a:cubicBezTo>
                <a:lnTo>
                  <a:pt x="250031" y="228600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0" name="Text 28"/>
          <p:cNvSpPr/>
          <p:nvPr/>
        </p:nvSpPr>
        <p:spPr>
          <a:xfrm>
            <a:off x="8294638" y="351472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Biometric authentication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5763" y="4100513"/>
            <a:ext cx="3676650" cy="1076325"/>
          </a:xfrm>
          <a:custGeom>
            <a:avLst/>
            <a:gdLst/>
            <a:ahLst/>
            <a:cxnLst/>
            <a:rect l="l" t="t" r="r" b="b"/>
            <a:pathLst>
              <a:path w="3676650" h="1076325">
                <a:moveTo>
                  <a:pt x="114295" y="0"/>
                </a:moveTo>
                <a:lnTo>
                  <a:pt x="3562355" y="0"/>
                </a:lnTo>
                <a:cubicBezTo>
                  <a:pt x="3625478" y="0"/>
                  <a:pt x="3676650" y="51172"/>
                  <a:pt x="3676650" y="114295"/>
                </a:cubicBezTo>
                <a:lnTo>
                  <a:pt x="3676650" y="962030"/>
                </a:lnTo>
                <a:cubicBezTo>
                  <a:pt x="3676650" y="1025153"/>
                  <a:pt x="3625478" y="1076325"/>
                  <a:pt x="356235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9945FF">
              <a:alpha val="1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1025" y="43719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62000" y="45243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39291" y="28575"/>
                </a:moveTo>
                <a:cubicBezTo>
                  <a:pt x="33352" y="28575"/>
                  <a:pt x="28575" y="33352"/>
                  <a:pt x="28575" y="39291"/>
                </a:cubicBezTo>
                <a:cubicBezTo>
                  <a:pt x="28575" y="45229"/>
                  <a:pt x="33352" y="50006"/>
                  <a:pt x="39291" y="50006"/>
                </a:cubicBezTo>
                <a:lnTo>
                  <a:pt x="60722" y="50006"/>
                </a:lnTo>
                <a:cubicBezTo>
                  <a:pt x="66660" y="50006"/>
                  <a:pt x="71438" y="45229"/>
                  <a:pt x="71438" y="39291"/>
                </a:cubicBezTo>
                <a:cubicBezTo>
                  <a:pt x="71438" y="33352"/>
                  <a:pt x="66660" y="28575"/>
                  <a:pt x="60722" y="28575"/>
                </a:cubicBezTo>
                <a:lnTo>
                  <a:pt x="39291" y="28575"/>
                </a:lnTo>
                <a:close/>
                <a:moveTo>
                  <a:pt x="39291" y="71438"/>
                </a:moveTo>
                <a:cubicBezTo>
                  <a:pt x="33352" y="71438"/>
                  <a:pt x="28575" y="76215"/>
                  <a:pt x="28575" y="82153"/>
                </a:cubicBezTo>
                <a:cubicBezTo>
                  <a:pt x="28575" y="88091"/>
                  <a:pt x="33352" y="92869"/>
                  <a:pt x="39291" y="92869"/>
                </a:cubicBezTo>
                <a:lnTo>
                  <a:pt x="60722" y="92869"/>
                </a:lnTo>
                <a:cubicBezTo>
                  <a:pt x="66660" y="92869"/>
                  <a:pt x="71438" y="88091"/>
                  <a:pt x="71438" y="82153"/>
                </a:cubicBezTo>
                <a:cubicBezTo>
                  <a:pt x="71438" y="76215"/>
                  <a:pt x="66660" y="71438"/>
                  <a:pt x="60722" y="71438"/>
                </a:cubicBezTo>
                <a:lnTo>
                  <a:pt x="39291" y="71438"/>
                </a:lnTo>
                <a:close/>
                <a:moveTo>
                  <a:pt x="70678" y="142875"/>
                </a:moveTo>
                <a:cubicBezTo>
                  <a:pt x="65633" y="142875"/>
                  <a:pt x="60900" y="145152"/>
                  <a:pt x="57775" y="149081"/>
                </a:cubicBezTo>
                <a:lnTo>
                  <a:pt x="30941" y="182612"/>
                </a:lnTo>
                <a:cubicBezTo>
                  <a:pt x="27236" y="187211"/>
                  <a:pt x="27995" y="193997"/>
                  <a:pt x="32593" y="197659"/>
                </a:cubicBezTo>
                <a:cubicBezTo>
                  <a:pt x="37192" y="201320"/>
                  <a:pt x="43979" y="200605"/>
                  <a:pt x="47640" y="195962"/>
                </a:cubicBezTo>
                <a:lnTo>
                  <a:pt x="68669" y="169709"/>
                </a:lnTo>
                <a:lnTo>
                  <a:pt x="75456" y="192345"/>
                </a:lnTo>
                <a:cubicBezTo>
                  <a:pt x="76795" y="196900"/>
                  <a:pt x="80992" y="199980"/>
                  <a:pt x="85725" y="199980"/>
                </a:cubicBezTo>
                <a:lnTo>
                  <a:pt x="132159" y="199980"/>
                </a:lnTo>
                <a:cubicBezTo>
                  <a:pt x="138098" y="199980"/>
                  <a:pt x="142875" y="195203"/>
                  <a:pt x="142875" y="189265"/>
                </a:cubicBezTo>
                <a:cubicBezTo>
                  <a:pt x="142875" y="183326"/>
                  <a:pt x="138098" y="178549"/>
                  <a:pt x="132159" y="178549"/>
                </a:cubicBezTo>
                <a:lnTo>
                  <a:pt x="93717" y="178549"/>
                </a:lnTo>
                <a:lnTo>
                  <a:pt x="86529" y="154618"/>
                </a:lnTo>
                <a:cubicBezTo>
                  <a:pt x="84430" y="147608"/>
                  <a:pt x="78001" y="142830"/>
                  <a:pt x="70678" y="14283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4" name="Text 32"/>
          <p:cNvSpPr/>
          <p:nvPr/>
        </p:nvSpPr>
        <p:spPr>
          <a:xfrm>
            <a:off x="1266825" y="4295775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66825" y="452437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Compressed NFT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66825" y="4791075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Cryptographic proof on-chain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59238" y="4100513"/>
            <a:ext cx="3676650" cy="1076325"/>
          </a:xfrm>
          <a:custGeom>
            <a:avLst/>
            <a:gdLst/>
            <a:ahLst/>
            <a:cxnLst/>
            <a:rect l="l" t="t" r="r" b="b"/>
            <a:pathLst>
              <a:path w="3676650" h="1076325">
                <a:moveTo>
                  <a:pt x="114295" y="0"/>
                </a:moveTo>
                <a:lnTo>
                  <a:pt x="3562355" y="0"/>
                </a:lnTo>
                <a:cubicBezTo>
                  <a:pt x="3625478" y="0"/>
                  <a:pt x="3676650" y="51172"/>
                  <a:pt x="3676650" y="114295"/>
                </a:cubicBezTo>
                <a:lnTo>
                  <a:pt x="3676650" y="962030"/>
                </a:lnTo>
                <a:cubicBezTo>
                  <a:pt x="3676650" y="1025153"/>
                  <a:pt x="3625478" y="1076325"/>
                  <a:pt x="356235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4F195">
              <a:alpha val="1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54500" y="43719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6900" y="4524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42863"/>
                </a:moveTo>
                <a:lnTo>
                  <a:pt x="57150" y="35719"/>
                </a:lnTo>
                <a:cubicBezTo>
                  <a:pt x="57150" y="15984"/>
                  <a:pt x="95548" y="0"/>
                  <a:pt x="142875" y="0"/>
                </a:cubicBezTo>
                <a:cubicBezTo>
                  <a:pt x="190202" y="0"/>
                  <a:pt x="228600" y="15984"/>
                  <a:pt x="228600" y="35719"/>
                </a:cubicBezTo>
                <a:lnTo>
                  <a:pt x="228600" y="42863"/>
                </a:lnTo>
                <a:cubicBezTo>
                  <a:pt x="228600" y="56525"/>
                  <a:pt x="210160" y="68401"/>
                  <a:pt x="183059" y="74429"/>
                </a:cubicBezTo>
                <a:cubicBezTo>
                  <a:pt x="181987" y="73179"/>
                  <a:pt x="180871" y="71973"/>
                  <a:pt x="179755" y="70857"/>
                </a:cubicBezTo>
                <a:cubicBezTo>
                  <a:pt x="172834" y="64026"/>
                  <a:pt x="163904" y="58847"/>
                  <a:pt x="154573" y="55007"/>
                </a:cubicBezTo>
                <a:cubicBezTo>
                  <a:pt x="135865" y="47193"/>
                  <a:pt x="111487" y="42907"/>
                  <a:pt x="85725" y="42907"/>
                </a:cubicBezTo>
                <a:cubicBezTo>
                  <a:pt x="75947" y="42907"/>
                  <a:pt x="66392" y="43532"/>
                  <a:pt x="57239" y="44738"/>
                </a:cubicBezTo>
                <a:cubicBezTo>
                  <a:pt x="57150" y="44157"/>
                  <a:pt x="57150" y="43532"/>
                  <a:pt x="57150" y="42907"/>
                </a:cubicBezTo>
                <a:close/>
                <a:moveTo>
                  <a:pt x="192881" y="157609"/>
                </a:moveTo>
                <a:lnTo>
                  <a:pt x="192881" y="136981"/>
                </a:lnTo>
                <a:cubicBezTo>
                  <a:pt x="199623" y="135240"/>
                  <a:pt x="205963" y="133186"/>
                  <a:pt x="211723" y="130775"/>
                </a:cubicBezTo>
                <a:cubicBezTo>
                  <a:pt x="217616" y="128320"/>
                  <a:pt x="223376" y="125328"/>
                  <a:pt x="228600" y="121712"/>
                </a:cubicBezTo>
                <a:lnTo>
                  <a:pt x="228600" y="128588"/>
                </a:lnTo>
                <a:cubicBezTo>
                  <a:pt x="228600" y="140553"/>
                  <a:pt x="214536" y="151135"/>
                  <a:pt x="192881" y="157609"/>
                </a:cubicBezTo>
                <a:close/>
                <a:moveTo>
                  <a:pt x="192881" y="114746"/>
                </a:moveTo>
                <a:lnTo>
                  <a:pt x="192881" y="100013"/>
                </a:lnTo>
                <a:cubicBezTo>
                  <a:pt x="192881" y="98003"/>
                  <a:pt x="192703" y="96083"/>
                  <a:pt x="192435" y="94208"/>
                </a:cubicBezTo>
                <a:cubicBezTo>
                  <a:pt x="199355" y="92467"/>
                  <a:pt x="205829" y="90368"/>
                  <a:pt x="211723" y="87868"/>
                </a:cubicBezTo>
                <a:cubicBezTo>
                  <a:pt x="217616" y="85368"/>
                  <a:pt x="223376" y="82421"/>
                  <a:pt x="228600" y="78804"/>
                </a:cubicBezTo>
                <a:lnTo>
                  <a:pt x="228600" y="85680"/>
                </a:lnTo>
                <a:cubicBezTo>
                  <a:pt x="228600" y="97646"/>
                  <a:pt x="214536" y="108228"/>
                  <a:pt x="192881" y="114702"/>
                </a:cubicBezTo>
                <a:close/>
                <a:moveTo>
                  <a:pt x="0" y="107156"/>
                </a:moveTo>
                <a:lnTo>
                  <a:pt x="0" y="100013"/>
                </a:lnTo>
                <a:cubicBezTo>
                  <a:pt x="0" y="80278"/>
                  <a:pt x="38398" y="64294"/>
                  <a:pt x="85725" y="64294"/>
                </a:cubicBezTo>
                <a:cubicBezTo>
                  <a:pt x="133052" y="64294"/>
                  <a:pt x="171450" y="80278"/>
                  <a:pt x="171450" y="100013"/>
                </a:cubicBezTo>
                <a:lnTo>
                  <a:pt x="171450" y="107156"/>
                </a:lnTo>
                <a:cubicBezTo>
                  <a:pt x="171450" y="126891"/>
                  <a:pt x="133052" y="142875"/>
                  <a:pt x="85725" y="142875"/>
                </a:cubicBezTo>
                <a:cubicBezTo>
                  <a:pt x="38398" y="142875"/>
                  <a:pt x="0" y="126891"/>
                  <a:pt x="0" y="107156"/>
                </a:cubicBezTo>
                <a:close/>
                <a:moveTo>
                  <a:pt x="171450" y="150019"/>
                </a:moveTo>
                <a:cubicBezTo>
                  <a:pt x="171450" y="169753"/>
                  <a:pt x="133052" y="185738"/>
                  <a:pt x="85725" y="185738"/>
                </a:cubicBezTo>
                <a:cubicBezTo>
                  <a:pt x="38398" y="185738"/>
                  <a:pt x="0" y="169753"/>
                  <a:pt x="0" y="150019"/>
                </a:cubicBezTo>
                <a:lnTo>
                  <a:pt x="0" y="143143"/>
                </a:lnTo>
                <a:cubicBezTo>
                  <a:pt x="5179" y="146759"/>
                  <a:pt x="10939" y="149706"/>
                  <a:pt x="16877" y="152207"/>
                </a:cubicBezTo>
                <a:cubicBezTo>
                  <a:pt x="35585" y="160020"/>
                  <a:pt x="59963" y="164306"/>
                  <a:pt x="85725" y="164306"/>
                </a:cubicBezTo>
                <a:cubicBezTo>
                  <a:pt x="111487" y="164306"/>
                  <a:pt x="135865" y="159975"/>
                  <a:pt x="154573" y="152207"/>
                </a:cubicBezTo>
                <a:cubicBezTo>
                  <a:pt x="160466" y="149751"/>
                  <a:pt x="166226" y="146759"/>
                  <a:pt x="171450" y="143143"/>
                </a:cubicBezTo>
                <a:lnTo>
                  <a:pt x="171450" y="150019"/>
                </a:lnTo>
                <a:close/>
                <a:moveTo>
                  <a:pt x="171450" y="186005"/>
                </a:moveTo>
                <a:lnTo>
                  <a:pt x="171450" y="192881"/>
                </a:lnTo>
                <a:cubicBezTo>
                  <a:pt x="171450" y="212616"/>
                  <a:pt x="133052" y="228600"/>
                  <a:pt x="85725" y="228600"/>
                </a:cubicBezTo>
                <a:cubicBezTo>
                  <a:pt x="38398" y="228600"/>
                  <a:pt x="0" y="212616"/>
                  <a:pt x="0" y="192881"/>
                </a:cubicBezTo>
                <a:lnTo>
                  <a:pt x="0" y="186005"/>
                </a:lnTo>
                <a:cubicBezTo>
                  <a:pt x="5179" y="189622"/>
                  <a:pt x="10939" y="192569"/>
                  <a:pt x="16877" y="195069"/>
                </a:cubicBezTo>
                <a:cubicBezTo>
                  <a:pt x="35585" y="202883"/>
                  <a:pt x="59963" y="207169"/>
                  <a:pt x="85725" y="207169"/>
                </a:cubicBezTo>
                <a:cubicBezTo>
                  <a:pt x="111487" y="207169"/>
                  <a:pt x="135865" y="202838"/>
                  <a:pt x="154573" y="195069"/>
                </a:cubicBezTo>
                <a:cubicBezTo>
                  <a:pt x="160466" y="192613"/>
                  <a:pt x="166226" y="189622"/>
                  <a:pt x="171450" y="186005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0" name="Text 38"/>
          <p:cNvSpPr/>
          <p:nvPr/>
        </p:nvSpPr>
        <p:spPr>
          <a:xfrm>
            <a:off x="5140300" y="4295775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40300" y="4524375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$0.0005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40300" y="4791075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photo minted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32713" y="4100513"/>
            <a:ext cx="3676650" cy="1076325"/>
          </a:xfrm>
          <a:custGeom>
            <a:avLst/>
            <a:gdLst/>
            <a:ahLst/>
            <a:cxnLst/>
            <a:rect l="l" t="t" r="r" b="b"/>
            <a:pathLst>
              <a:path w="3676650" h="1076325">
                <a:moveTo>
                  <a:pt x="114295" y="0"/>
                </a:moveTo>
                <a:lnTo>
                  <a:pt x="3562355" y="0"/>
                </a:lnTo>
                <a:cubicBezTo>
                  <a:pt x="3625478" y="0"/>
                  <a:pt x="3676650" y="51172"/>
                  <a:pt x="3676650" y="114295"/>
                </a:cubicBezTo>
                <a:lnTo>
                  <a:pt x="3676650" y="962030"/>
                </a:lnTo>
                <a:cubicBezTo>
                  <a:pt x="3676650" y="1025153"/>
                  <a:pt x="3625478" y="1076325"/>
                  <a:pt x="356235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9945FF">
              <a:alpha val="1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7975" y="43719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94663" y="45243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6" name="Text 44"/>
          <p:cNvSpPr/>
          <p:nvPr/>
        </p:nvSpPr>
        <p:spPr>
          <a:xfrm>
            <a:off x="9013775" y="4295775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13775" y="4524375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Seconds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13775" y="4791075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capture to blockchain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449820"/>
            <a:ext cx="374850" cy="374850"/>
          </a:xfrm>
          <a:custGeom>
            <a:avLst/>
            <a:gdLst/>
            <a:ahLst/>
            <a:cxnLst/>
            <a:rect l="l" t="t" r="r" b="b"/>
            <a:pathLst>
              <a:path w="374850" h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0277" y="552904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63256" y="21085"/>
                </a:moveTo>
                <a:cubicBezTo>
                  <a:pt x="63256" y="15254"/>
                  <a:pt x="67967" y="10543"/>
                  <a:pt x="73799" y="10543"/>
                </a:cubicBezTo>
                <a:lnTo>
                  <a:pt x="94884" y="10543"/>
                </a:lnTo>
                <a:cubicBezTo>
                  <a:pt x="100715" y="10543"/>
                  <a:pt x="105427" y="15254"/>
                  <a:pt x="105427" y="21085"/>
                </a:cubicBezTo>
                <a:lnTo>
                  <a:pt x="105427" y="42171"/>
                </a:lnTo>
                <a:cubicBezTo>
                  <a:pt x="105427" y="48002"/>
                  <a:pt x="100715" y="52713"/>
                  <a:pt x="94884" y="52713"/>
                </a:cubicBezTo>
                <a:lnTo>
                  <a:pt x="92248" y="52713"/>
                </a:lnTo>
                <a:lnTo>
                  <a:pt x="92248" y="73799"/>
                </a:lnTo>
                <a:lnTo>
                  <a:pt x="131783" y="73799"/>
                </a:lnTo>
                <a:cubicBezTo>
                  <a:pt x="144896" y="73799"/>
                  <a:pt x="155504" y="84407"/>
                  <a:pt x="155504" y="97520"/>
                </a:cubicBezTo>
                <a:lnTo>
                  <a:pt x="155504" y="115969"/>
                </a:lnTo>
                <a:lnTo>
                  <a:pt x="158140" y="115969"/>
                </a:lnTo>
                <a:cubicBezTo>
                  <a:pt x="163971" y="115969"/>
                  <a:pt x="168683" y="120681"/>
                  <a:pt x="168683" y="126512"/>
                </a:cubicBezTo>
                <a:lnTo>
                  <a:pt x="168683" y="147597"/>
                </a:lnTo>
                <a:cubicBezTo>
                  <a:pt x="168683" y="153429"/>
                  <a:pt x="163971" y="158140"/>
                  <a:pt x="158140" y="158140"/>
                </a:cubicBezTo>
                <a:lnTo>
                  <a:pt x="137055" y="158140"/>
                </a:lnTo>
                <a:cubicBezTo>
                  <a:pt x="131223" y="158140"/>
                  <a:pt x="126512" y="153429"/>
                  <a:pt x="126512" y="147597"/>
                </a:cubicBezTo>
                <a:lnTo>
                  <a:pt x="126512" y="126512"/>
                </a:lnTo>
                <a:cubicBezTo>
                  <a:pt x="126512" y="120681"/>
                  <a:pt x="131223" y="115969"/>
                  <a:pt x="137055" y="115969"/>
                </a:cubicBezTo>
                <a:lnTo>
                  <a:pt x="139690" y="115969"/>
                </a:lnTo>
                <a:lnTo>
                  <a:pt x="139690" y="97520"/>
                </a:lnTo>
                <a:cubicBezTo>
                  <a:pt x="139690" y="93138"/>
                  <a:pt x="136165" y="89613"/>
                  <a:pt x="131783" y="89613"/>
                </a:cubicBezTo>
                <a:lnTo>
                  <a:pt x="92248" y="89613"/>
                </a:lnTo>
                <a:lnTo>
                  <a:pt x="92248" y="115969"/>
                </a:lnTo>
                <a:lnTo>
                  <a:pt x="94884" y="115969"/>
                </a:lnTo>
                <a:cubicBezTo>
                  <a:pt x="100715" y="115969"/>
                  <a:pt x="105427" y="120681"/>
                  <a:pt x="105427" y="126512"/>
                </a:cubicBezTo>
                <a:lnTo>
                  <a:pt x="105427" y="147597"/>
                </a:lnTo>
                <a:cubicBezTo>
                  <a:pt x="105427" y="153429"/>
                  <a:pt x="100715" y="158140"/>
                  <a:pt x="94884" y="158140"/>
                </a:cubicBezTo>
                <a:lnTo>
                  <a:pt x="73799" y="158140"/>
                </a:lnTo>
                <a:cubicBezTo>
                  <a:pt x="67967" y="158140"/>
                  <a:pt x="63256" y="153429"/>
                  <a:pt x="63256" y="147597"/>
                </a:cubicBezTo>
                <a:lnTo>
                  <a:pt x="63256" y="126512"/>
                </a:lnTo>
                <a:cubicBezTo>
                  <a:pt x="63256" y="120681"/>
                  <a:pt x="67967" y="115969"/>
                  <a:pt x="73799" y="115969"/>
                </a:cubicBezTo>
                <a:lnTo>
                  <a:pt x="76434" y="115969"/>
                </a:lnTo>
                <a:lnTo>
                  <a:pt x="76434" y="89613"/>
                </a:lnTo>
                <a:lnTo>
                  <a:pt x="36899" y="89613"/>
                </a:lnTo>
                <a:cubicBezTo>
                  <a:pt x="32518" y="89613"/>
                  <a:pt x="28992" y="93138"/>
                  <a:pt x="28992" y="97520"/>
                </a:cubicBezTo>
                <a:lnTo>
                  <a:pt x="28992" y="115969"/>
                </a:lnTo>
                <a:lnTo>
                  <a:pt x="31628" y="115969"/>
                </a:lnTo>
                <a:cubicBezTo>
                  <a:pt x="37459" y="115969"/>
                  <a:pt x="42171" y="120681"/>
                  <a:pt x="42171" y="126512"/>
                </a:cubicBezTo>
                <a:lnTo>
                  <a:pt x="42171" y="147597"/>
                </a:lnTo>
                <a:cubicBezTo>
                  <a:pt x="42171" y="153429"/>
                  <a:pt x="37459" y="158140"/>
                  <a:pt x="31628" y="158140"/>
                </a:cubicBezTo>
                <a:lnTo>
                  <a:pt x="10543" y="158140"/>
                </a:lnTo>
                <a:cubicBezTo>
                  <a:pt x="4711" y="158140"/>
                  <a:pt x="0" y="153429"/>
                  <a:pt x="0" y="147597"/>
                </a:cubicBezTo>
                <a:lnTo>
                  <a:pt x="0" y="126512"/>
                </a:lnTo>
                <a:cubicBezTo>
                  <a:pt x="0" y="120681"/>
                  <a:pt x="4711" y="115969"/>
                  <a:pt x="10543" y="115969"/>
                </a:cubicBezTo>
                <a:lnTo>
                  <a:pt x="13178" y="115969"/>
                </a:lnTo>
                <a:lnTo>
                  <a:pt x="13178" y="97520"/>
                </a:lnTo>
                <a:cubicBezTo>
                  <a:pt x="13178" y="84407"/>
                  <a:pt x="23787" y="73799"/>
                  <a:pt x="36899" y="73799"/>
                </a:cubicBezTo>
                <a:lnTo>
                  <a:pt x="76434" y="73799"/>
                </a:lnTo>
                <a:lnTo>
                  <a:pt x="76434" y="52713"/>
                </a:lnTo>
                <a:lnTo>
                  <a:pt x="73799" y="52713"/>
                </a:lnTo>
                <a:cubicBezTo>
                  <a:pt x="67967" y="52713"/>
                  <a:pt x="63256" y="48002"/>
                  <a:pt x="63256" y="42171"/>
                </a:cubicBezTo>
                <a:lnTo>
                  <a:pt x="63256" y="21085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862155" y="374850"/>
            <a:ext cx="2052304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b="1" spc="44" kern="0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2155" y="524790"/>
            <a:ext cx="2164759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9536" y="1166721"/>
            <a:ext cx="11432929" cy="1021467"/>
          </a:xfrm>
          <a:custGeom>
            <a:avLst/>
            <a:gdLst/>
            <a:ahLst/>
            <a:cxnLst/>
            <a:rect l="l" t="t" r="r" b="b"/>
            <a:pathLst>
              <a:path w="11432929" h="1021467">
                <a:moveTo>
                  <a:pt x="112453" y="0"/>
                </a:moveTo>
                <a:lnTo>
                  <a:pt x="11320475" y="0"/>
                </a:lnTo>
                <a:cubicBezTo>
                  <a:pt x="11382581" y="0"/>
                  <a:pt x="11432929" y="50347"/>
                  <a:pt x="11432929" y="112453"/>
                </a:cubicBezTo>
                <a:lnTo>
                  <a:pt x="11432929" y="909013"/>
                </a:lnTo>
                <a:cubicBezTo>
                  <a:pt x="11432929" y="971120"/>
                  <a:pt x="11382581" y="1021467"/>
                  <a:pt x="11320475" y="1021467"/>
                </a:cubicBezTo>
                <a:lnTo>
                  <a:pt x="112453" y="1021467"/>
                </a:lnTo>
                <a:cubicBezTo>
                  <a:pt x="50389" y="1021467"/>
                  <a:pt x="0" y="971078"/>
                  <a:pt x="0" y="909013"/>
                </a:cubicBezTo>
                <a:lnTo>
                  <a:pt x="0" y="112453"/>
                </a:lnTo>
                <a:cubicBezTo>
                  <a:pt x="0" y="50389"/>
                  <a:pt x="50389" y="0"/>
                  <a:pt x="112453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646" y="1358832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8" name="Shape 6"/>
          <p:cNvSpPr/>
          <p:nvPr/>
        </p:nvSpPr>
        <p:spPr>
          <a:xfrm>
            <a:off x="726272" y="1490029"/>
            <a:ext cx="140569" cy="187425"/>
          </a:xfrm>
          <a:custGeom>
            <a:avLst/>
            <a:gdLst/>
            <a:ahLst/>
            <a:cxnLst/>
            <a:rect l="l" t="t" r="r" b="b"/>
            <a:pathLst>
              <a:path w="140569" h="187425">
                <a:moveTo>
                  <a:pt x="5857" y="23428"/>
                </a:moveTo>
                <a:cubicBezTo>
                  <a:pt x="5857" y="10506"/>
                  <a:pt x="16363" y="0"/>
                  <a:pt x="29285" y="0"/>
                </a:cubicBezTo>
                <a:lnTo>
                  <a:pt x="111284" y="0"/>
                </a:lnTo>
                <a:cubicBezTo>
                  <a:pt x="124206" y="0"/>
                  <a:pt x="134712" y="10506"/>
                  <a:pt x="134712" y="23428"/>
                </a:cubicBezTo>
                <a:lnTo>
                  <a:pt x="134712" y="163997"/>
                </a:lnTo>
                <a:cubicBezTo>
                  <a:pt x="134712" y="176919"/>
                  <a:pt x="124206" y="187425"/>
                  <a:pt x="111284" y="187425"/>
                </a:cubicBezTo>
                <a:lnTo>
                  <a:pt x="29285" y="187425"/>
                </a:lnTo>
                <a:cubicBezTo>
                  <a:pt x="16363" y="187425"/>
                  <a:pt x="5857" y="176919"/>
                  <a:pt x="5857" y="163997"/>
                </a:cubicBezTo>
                <a:lnTo>
                  <a:pt x="5857" y="23428"/>
                </a:lnTo>
                <a:close/>
                <a:moveTo>
                  <a:pt x="29285" y="23428"/>
                </a:moveTo>
                <a:lnTo>
                  <a:pt x="29285" y="134712"/>
                </a:lnTo>
                <a:lnTo>
                  <a:pt x="111284" y="134712"/>
                </a:lnTo>
                <a:lnTo>
                  <a:pt x="111284" y="23428"/>
                </a:lnTo>
                <a:lnTo>
                  <a:pt x="29285" y="23428"/>
                </a:lnTo>
                <a:close/>
                <a:moveTo>
                  <a:pt x="70284" y="172782"/>
                </a:moveTo>
                <a:cubicBezTo>
                  <a:pt x="76764" y="172782"/>
                  <a:pt x="81998" y="167548"/>
                  <a:pt x="81998" y="161068"/>
                </a:cubicBezTo>
                <a:cubicBezTo>
                  <a:pt x="81998" y="154589"/>
                  <a:pt x="76764" y="149354"/>
                  <a:pt x="70284" y="149354"/>
                </a:cubicBezTo>
                <a:cubicBezTo>
                  <a:pt x="63805" y="149354"/>
                  <a:pt x="58570" y="154589"/>
                  <a:pt x="58570" y="161068"/>
                </a:cubicBezTo>
                <a:cubicBezTo>
                  <a:pt x="58570" y="167548"/>
                  <a:pt x="63805" y="172782"/>
                  <a:pt x="70284" y="1727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71407" y="1358832"/>
            <a:ext cx="1054265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PhotoLynk Android App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71407" y="1696197"/>
            <a:ext cx="909012" cy="299880"/>
          </a:xfrm>
          <a:custGeom>
            <a:avLst/>
            <a:gdLst/>
            <a:ahLst/>
            <a:cxnLst/>
            <a:rect l="l" t="t" r="r" b="b"/>
            <a:pathLst>
              <a:path w="909012" h="299880">
                <a:moveTo>
                  <a:pt x="74970" y="0"/>
                </a:moveTo>
                <a:lnTo>
                  <a:pt x="834042" y="0"/>
                </a:lnTo>
                <a:cubicBezTo>
                  <a:pt x="875446" y="0"/>
                  <a:pt x="909012" y="33565"/>
                  <a:pt x="909012" y="74970"/>
                </a:cubicBezTo>
                <a:lnTo>
                  <a:pt x="909012" y="224910"/>
                </a:lnTo>
                <a:cubicBezTo>
                  <a:pt x="909012" y="266315"/>
                  <a:pt x="875446" y="299880"/>
                  <a:pt x="834042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02604" y="1775852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38206" y="16605"/>
                </a:moveTo>
                <a:lnTo>
                  <a:pt x="35541" y="24600"/>
                </a:lnTo>
                <a:lnTo>
                  <a:pt x="16400" y="24600"/>
                </a:lnTo>
                <a:cubicBezTo>
                  <a:pt x="7354" y="24600"/>
                  <a:pt x="0" y="31954"/>
                  <a:pt x="0" y="40999"/>
                </a:cubicBezTo>
                <a:lnTo>
                  <a:pt x="0" y="106598"/>
                </a:lnTo>
                <a:cubicBezTo>
                  <a:pt x="0" y="115643"/>
                  <a:pt x="7354" y="122998"/>
                  <a:pt x="16400" y="122998"/>
                </a:cubicBezTo>
                <a:lnTo>
                  <a:pt x="114798" y="122998"/>
                </a:lnTo>
                <a:cubicBezTo>
                  <a:pt x="123843" y="122998"/>
                  <a:pt x="131198" y="115643"/>
                  <a:pt x="131198" y="106598"/>
                </a:cubicBezTo>
                <a:lnTo>
                  <a:pt x="131198" y="40999"/>
                </a:lnTo>
                <a:cubicBezTo>
                  <a:pt x="131198" y="31954"/>
                  <a:pt x="123843" y="24600"/>
                  <a:pt x="114798" y="24600"/>
                </a:cubicBezTo>
                <a:lnTo>
                  <a:pt x="95656" y="24600"/>
                </a:lnTo>
                <a:lnTo>
                  <a:pt x="92991" y="16605"/>
                </a:lnTo>
                <a:cubicBezTo>
                  <a:pt x="91326" y="11582"/>
                  <a:pt x="86637" y="8200"/>
                  <a:pt x="81332" y="8200"/>
                </a:cubicBezTo>
                <a:lnTo>
                  <a:pt x="49865" y="8200"/>
                </a:lnTo>
                <a:cubicBezTo>
                  <a:pt x="44561" y="8200"/>
                  <a:pt x="39872" y="11582"/>
                  <a:pt x="38206" y="16605"/>
                </a:cubicBezTo>
                <a:close/>
                <a:moveTo>
                  <a:pt x="65599" y="49199"/>
                </a:moveTo>
                <a:cubicBezTo>
                  <a:pt x="79176" y="49199"/>
                  <a:pt x="90198" y="60222"/>
                  <a:pt x="90198" y="73799"/>
                </a:cubicBezTo>
                <a:cubicBezTo>
                  <a:pt x="90198" y="87375"/>
                  <a:pt x="79176" y="98398"/>
                  <a:pt x="65599" y="98398"/>
                </a:cubicBezTo>
                <a:cubicBezTo>
                  <a:pt x="52022" y="98398"/>
                  <a:pt x="40999" y="87375"/>
                  <a:pt x="40999" y="73799"/>
                </a:cubicBezTo>
                <a:cubicBezTo>
                  <a:pt x="40999" y="60222"/>
                  <a:pt x="52022" y="49199"/>
                  <a:pt x="65599" y="49199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5409" y="1696197"/>
            <a:ext cx="750608" cy="299880"/>
          </a:xfrm>
          <a:prstGeom prst="rect">
            <a:avLst/>
          </a:prstGeom>
          <a:noFill/>
          <a:ln/>
        </p:spPr>
        <p:txBody>
          <a:bodyPr wrap="square" lIns="112455" tIns="56228" rIns="112455" bIns="56228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71275" y="177116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414928" y="1696197"/>
            <a:ext cx="1143293" cy="299880"/>
          </a:xfrm>
          <a:custGeom>
            <a:avLst/>
            <a:gdLst/>
            <a:ahLst/>
            <a:cxnLst/>
            <a:rect l="l" t="t" r="r" b="b"/>
            <a:pathLst>
              <a:path w="1143293" h="299880">
                <a:moveTo>
                  <a:pt x="74970" y="0"/>
                </a:moveTo>
                <a:lnTo>
                  <a:pt x="1068323" y="0"/>
                </a:lnTo>
                <a:cubicBezTo>
                  <a:pt x="1109728" y="0"/>
                  <a:pt x="1143293" y="33565"/>
                  <a:pt x="1143293" y="74970"/>
                </a:cubicBezTo>
                <a:lnTo>
                  <a:pt x="1143293" y="224910"/>
                </a:lnTo>
                <a:cubicBezTo>
                  <a:pt x="1143293" y="266315"/>
                  <a:pt x="1109728" y="299880"/>
                  <a:pt x="1068323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6125" y="1775852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65599" y="131198"/>
                </a:moveTo>
                <a:cubicBezTo>
                  <a:pt x="101804" y="131198"/>
                  <a:pt x="131198" y="101804"/>
                  <a:pt x="131198" y="65599"/>
                </a:cubicBezTo>
                <a:cubicBezTo>
                  <a:pt x="131198" y="29394"/>
                  <a:pt x="101804" y="0"/>
                  <a:pt x="65599" y="0"/>
                </a:cubicBezTo>
                <a:cubicBezTo>
                  <a:pt x="29394" y="0"/>
                  <a:pt x="0" y="29394"/>
                  <a:pt x="0" y="65599"/>
                </a:cubicBezTo>
                <a:cubicBezTo>
                  <a:pt x="0" y="101804"/>
                  <a:pt x="29394" y="131198"/>
                  <a:pt x="65599" y="131198"/>
                </a:cubicBezTo>
                <a:close/>
                <a:moveTo>
                  <a:pt x="57399" y="40999"/>
                </a:moveTo>
                <a:cubicBezTo>
                  <a:pt x="57399" y="36474"/>
                  <a:pt x="61073" y="32799"/>
                  <a:pt x="65599" y="32799"/>
                </a:cubicBezTo>
                <a:cubicBezTo>
                  <a:pt x="70124" y="32799"/>
                  <a:pt x="73799" y="36474"/>
                  <a:pt x="73799" y="40999"/>
                </a:cubicBezTo>
                <a:cubicBezTo>
                  <a:pt x="73799" y="45525"/>
                  <a:pt x="70124" y="49199"/>
                  <a:pt x="65599" y="49199"/>
                </a:cubicBezTo>
                <a:cubicBezTo>
                  <a:pt x="61073" y="49199"/>
                  <a:pt x="57399" y="45525"/>
                  <a:pt x="57399" y="40999"/>
                </a:cubicBezTo>
                <a:close/>
                <a:moveTo>
                  <a:pt x="55349" y="57399"/>
                </a:moveTo>
                <a:lnTo>
                  <a:pt x="67649" y="57399"/>
                </a:lnTo>
                <a:cubicBezTo>
                  <a:pt x="71057" y="57399"/>
                  <a:pt x="73799" y="60141"/>
                  <a:pt x="73799" y="63549"/>
                </a:cubicBezTo>
                <a:lnTo>
                  <a:pt x="73799" y="86098"/>
                </a:lnTo>
                <a:lnTo>
                  <a:pt x="75849" y="86098"/>
                </a:lnTo>
                <a:cubicBezTo>
                  <a:pt x="79257" y="86098"/>
                  <a:pt x="81998" y="88840"/>
                  <a:pt x="81998" y="92248"/>
                </a:cubicBezTo>
                <a:cubicBezTo>
                  <a:pt x="81998" y="95656"/>
                  <a:pt x="79257" y="98398"/>
                  <a:pt x="75849" y="98398"/>
                </a:cubicBezTo>
                <a:lnTo>
                  <a:pt x="55349" y="98398"/>
                </a:lnTo>
                <a:cubicBezTo>
                  <a:pt x="51941" y="98398"/>
                  <a:pt x="49199" y="95656"/>
                  <a:pt x="49199" y="92248"/>
                </a:cubicBezTo>
                <a:cubicBezTo>
                  <a:pt x="49199" y="88840"/>
                  <a:pt x="51941" y="86098"/>
                  <a:pt x="55349" y="86098"/>
                </a:cubicBezTo>
                <a:lnTo>
                  <a:pt x="61499" y="86098"/>
                </a:lnTo>
                <a:lnTo>
                  <a:pt x="61499" y="69699"/>
                </a:lnTo>
                <a:lnTo>
                  <a:pt x="55349" y="69699"/>
                </a:lnTo>
                <a:cubicBezTo>
                  <a:pt x="51941" y="69699"/>
                  <a:pt x="49199" y="66957"/>
                  <a:pt x="49199" y="63549"/>
                </a:cubicBezTo>
                <a:cubicBezTo>
                  <a:pt x="49199" y="60141"/>
                  <a:pt x="51941" y="57399"/>
                  <a:pt x="55349" y="57399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6" name="Text 14"/>
          <p:cNvSpPr/>
          <p:nvPr/>
        </p:nvSpPr>
        <p:spPr>
          <a:xfrm>
            <a:off x="2638930" y="1696197"/>
            <a:ext cx="984889" cy="299880"/>
          </a:xfrm>
          <a:prstGeom prst="rect">
            <a:avLst/>
          </a:prstGeom>
          <a:noFill/>
          <a:ln/>
        </p:spPr>
        <p:txBody>
          <a:bodyPr wrap="square" lIns="112455" tIns="56228" rIns="112455" bIns="56228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EXIF Extract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2958" y="1771167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7187" y="81588"/>
                </a:moveTo>
                <a:cubicBezTo>
                  <a:pt x="150848" y="77928"/>
                  <a:pt x="150848" y="71983"/>
                  <a:pt x="147187" y="68322"/>
                </a:cubicBezTo>
                <a:lnTo>
                  <a:pt x="100331" y="21466"/>
                </a:lnTo>
                <a:cubicBezTo>
                  <a:pt x="96670" y="17805"/>
                  <a:pt x="90725" y="17805"/>
                  <a:pt x="87065" y="21466"/>
                </a:cubicBezTo>
                <a:cubicBezTo>
                  <a:pt x="83404" y="25127"/>
                  <a:pt x="83404" y="31072"/>
                  <a:pt x="87065" y="34732"/>
                </a:cubicBezTo>
                <a:lnTo>
                  <a:pt x="117931" y="65599"/>
                </a:lnTo>
                <a:lnTo>
                  <a:pt x="9371" y="65599"/>
                </a:lnTo>
                <a:cubicBezTo>
                  <a:pt x="4188" y="65599"/>
                  <a:pt x="0" y="69787"/>
                  <a:pt x="0" y="74970"/>
                </a:cubicBezTo>
                <a:cubicBezTo>
                  <a:pt x="0" y="80153"/>
                  <a:pt x="4188" y="84341"/>
                  <a:pt x="9371" y="84341"/>
                </a:cubicBezTo>
                <a:lnTo>
                  <a:pt x="117931" y="84341"/>
                </a:lnTo>
                <a:lnTo>
                  <a:pt x="87065" y="115208"/>
                </a:lnTo>
                <a:cubicBezTo>
                  <a:pt x="83404" y="118868"/>
                  <a:pt x="83404" y="124813"/>
                  <a:pt x="87065" y="128474"/>
                </a:cubicBezTo>
                <a:cubicBezTo>
                  <a:pt x="90725" y="132135"/>
                  <a:pt x="96670" y="132135"/>
                  <a:pt x="100331" y="128474"/>
                </a:cubicBezTo>
                <a:lnTo>
                  <a:pt x="147187" y="81618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896611" y="1696197"/>
            <a:ext cx="871527" cy="299880"/>
          </a:xfrm>
          <a:custGeom>
            <a:avLst/>
            <a:gdLst/>
            <a:ahLst/>
            <a:cxnLst/>
            <a:rect l="l" t="t" r="r" b="b"/>
            <a:pathLst>
              <a:path w="871527" h="299880">
                <a:moveTo>
                  <a:pt x="74970" y="0"/>
                </a:moveTo>
                <a:lnTo>
                  <a:pt x="796556" y="0"/>
                </a:lnTo>
                <a:cubicBezTo>
                  <a:pt x="837961" y="0"/>
                  <a:pt x="871527" y="33565"/>
                  <a:pt x="871527" y="74970"/>
                </a:cubicBezTo>
                <a:lnTo>
                  <a:pt x="871527" y="224910"/>
                </a:lnTo>
                <a:cubicBezTo>
                  <a:pt x="871527" y="266315"/>
                  <a:pt x="837961" y="299880"/>
                  <a:pt x="796556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27808" y="1775852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16887" y="58552"/>
                </a:moveTo>
                <a:cubicBezTo>
                  <a:pt x="20295" y="34721"/>
                  <a:pt x="40820" y="16400"/>
                  <a:pt x="65599" y="16400"/>
                </a:cubicBezTo>
                <a:cubicBezTo>
                  <a:pt x="79180" y="16400"/>
                  <a:pt x="91480" y="21909"/>
                  <a:pt x="100397" y="30801"/>
                </a:cubicBezTo>
                <a:cubicBezTo>
                  <a:pt x="100448" y="30852"/>
                  <a:pt x="100499" y="30903"/>
                  <a:pt x="100551" y="30954"/>
                </a:cubicBezTo>
                <a:lnTo>
                  <a:pt x="102498" y="32799"/>
                </a:lnTo>
                <a:lnTo>
                  <a:pt x="90224" y="32799"/>
                </a:lnTo>
                <a:cubicBezTo>
                  <a:pt x="85688" y="32799"/>
                  <a:pt x="82024" y="36464"/>
                  <a:pt x="82024" y="40999"/>
                </a:cubicBezTo>
                <a:cubicBezTo>
                  <a:pt x="82024" y="45535"/>
                  <a:pt x="85688" y="49199"/>
                  <a:pt x="90224" y="49199"/>
                </a:cubicBezTo>
                <a:lnTo>
                  <a:pt x="123023" y="49199"/>
                </a:lnTo>
                <a:cubicBezTo>
                  <a:pt x="127559" y="49199"/>
                  <a:pt x="131223" y="45535"/>
                  <a:pt x="131223" y="40999"/>
                </a:cubicBezTo>
                <a:lnTo>
                  <a:pt x="131223" y="8200"/>
                </a:lnTo>
                <a:cubicBezTo>
                  <a:pt x="131223" y="3664"/>
                  <a:pt x="127559" y="0"/>
                  <a:pt x="123023" y="0"/>
                </a:cubicBezTo>
                <a:cubicBezTo>
                  <a:pt x="118488" y="0"/>
                  <a:pt x="114823" y="3664"/>
                  <a:pt x="114823" y="8200"/>
                </a:cubicBezTo>
                <a:lnTo>
                  <a:pt x="114823" y="21883"/>
                </a:lnTo>
                <a:lnTo>
                  <a:pt x="111928" y="19142"/>
                </a:lnTo>
                <a:cubicBezTo>
                  <a:pt x="100064" y="7329"/>
                  <a:pt x="83664" y="0"/>
                  <a:pt x="65599" y="0"/>
                </a:cubicBezTo>
                <a:cubicBezTo>
                  <a:pt x="32543" y="0"/>
                  <a:pt x="5202" y="24446"/>
                  <a:pt x="666" y="56246"/>
                </a:cubicBezTo>
                <a:cubicBezTo>
                  <a:pt x="26" y="60730"/>
                  <a:pt x="3126" y="64881"/>
                  <a:pt x="7610" y="65522"/>
                </a:cubicBezTo>
                <a:cubicBezTo>
                  <a:pt x="12095" y="66163"/>
                  <a:pt x="16246" y="63036"/>
                  <a:pt x="16887" y="58578"/>
                </a:cubicBezTo>
                <a:close/>
                <a:moveTo>
                  <a:pt x="130531" y="74952"/>
                </a:moveTo>
                <a:cubicBezTo>
                  <a:pt x="131172" y="70467"/>
                  <a:pt x="128046" y="66316"/>
                  <a:pt x="123587" y="65676"/>
                </a:cubicBezTo>
                <a:cubicBezTo>
                  <a:pt x="119128" y="65035"/>
                  <a:pt x="114952" y="68161"/>
                  <a:pt x="114311" y="72620"/>
                </a:cubicBezTo>
                <a:cubicBezTo>
                  <a:pt x="110903" y="96451"/>
                  <a:pt x="90378" y="114772"/>
                  <a:pt x="65599" y="114772"/>
                </a:cubicBezTo>
                <a:cubicBezTo>
                  <a:pt x="52018" y="114772"/>
                  <a:pt x="39718" y="109263"/>
                  <a:pt x="30801" y="100371"/>
                </a:cubicBezTo>
                <a:cubicBezTo>
                  <a:pt x="30749" y="100320"/>
                  <a:pt x="30698" y="100269"/>
                  <a:pt x="30647" y="100217"/>
                </a:cubicBezTo>
                <a:lnTo>
                  <a:pt x="28699" y="98373"/>
                </a:lnTo>
                <a:lnTo>
                  <a:pt x="40974" y="98373"/>
                </a:lnTo>
                <a:cubicBezTo>
                  <a:pt x="45509" y="98373"/>
                  <a:pt x="49173" y="94708"/>
                  <a:pt x="49173" y="90173"/>
                </a:cubicBezTo>
                <a:cubicBezTo>
                  <a:pt x="49173" y="85637"/>
                  <a:pt x="45509" y="81973"/>
                  <a:pt x="40974" y="81973"/>
                </a:cubicBezTo>
                <a:lnTo>
                  <a:pt x="8200" y="81998"/>
                </a:lnTo>
                <a:cubicBezTo>
                  <a:pt x="6022" y="81998"/>
                  <a:pt x="3921" y="82870"/>
                  <a:pt x="2383" y="84433"/>
                </a:cubicBezTo>
                <a:cubicBezTo>
                  <a:pt x="846" y="85996"/>
                  <a:pt x="-26" y="88071"/>
                  <a:pt x="0" y="90275"/>
                </a:cubicBezTo>
                <a:lnTo>
                  <a:pt x="256" y="122818"/>
                </a:lnTo>
                <a:cubicBezTo>
                  <a:pt x="282" y="127354"/>
                  <a:pt x="3997" y="130993"/>
                  <a:pt x="8533" y="130941"/>
                </a:cubicBezTo>
                <a:cubicBezTo>
                  <a:pt x="13069" y="130890"/>
                  <a:pt x="16707" y="127200"/>
                  <a:pt x="16656" y="122665"/>
                </a:cubicBezTo>
                <a:lnTo>
                  <a:pt x="16553" y="109468"/>
                </a:lnTo>
                <a:lnTo>
                  <a:pt x="19295" y="112056"/>
                </a:lnTo>
                <a:cubicBezTo>
                  <a:pt x="31159" y="123869"/>
                  <a:pt x="47533" y="131198"/>
                  <a:pt x="65599" y="131198"/>
                </a:cubicBezTo>
                <a:cubicBezTo>
                  <a:pt x="98654" y="131198"/>
                  <a:pt x="125996" y="106752"/>
                  <a:pt x="130531" y="74952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0" name="Text 18"/>
          <p:cNvSpPr/>
          <p:nvPr/>
        </p:nvSpPr>
        <p:spPr>
          <a:xfrm>
            <a:off x="4120613" y="1696197"/>
            <a:ext cx="713123" cy="299880"/>
          </a:xfrm>
          <a:prstGeom prst="rect">
            <a:avLst/>
          </a:prstGeom>
          <a:noFill/>
          <a:ln/>
        </p:spPr>
        <p:txBody>
          <a:bodyPr wrap="square" lIns="112455" tIns="56228" rIns="112455" bIns="56228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Mint UI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13196" y="2342813"/>
            <a:ext cx="168683" cy="224910"/>
          </a:xfrm>
          <a:custGeom>
            <a:avLst/>
            <a:gdLst/>
            <a:ahLst/>
            <a:cxnLst/>
            <a:rect l="l" t="t" r="r" b="b"/>
            <a:pathLst>
              <a:path w="168683" h="224910">
                <a:moveTo>
                  <a:pt x="74414" y="220781"/>
                </a:moveTo>
                <a:cubicBezTo>
                  <a:pt x="79905" y="226272"/>
                  <a:pt x="88822" y="226272"/>
                  <a:pt x="94313" y="220781"/>
                </a:cubicBezTo>
                <a:lnTo>
                  <a:pt x="164597" y="150496"/>
                </a:lnTo>
                <a:cubicBezTo>
                  <a:pt x="170088" y="145005"/>
                  <a:pt x="170088" y="136088"/>
                  <a:pt x="164597" y="130597"/>
                </a:cubicBezTo>
                <a:cubicBezTo>
                  <a:pt x="159106" y="125106"/>
                  <a:pt x="150189" y="125106"/>
                  <a:pt x="144698" y="130597"/>
                </a:cubicBezTo>
                <a:lnTo>
                  <a:pt x="98398" y="176897"/>
                </a:lnTo>
                <a:lnTo>
                  <a:pt x="98398" y="14057"/>
                </a:lnTo>
                <a:cubicBezTo>
                  <a:pt x="98398" y="6282"/>
                  <a:pt x="92116" y="0"/>
                  <a:pt x="84341" y="0"/>
                </a:cubicBezTo>
                <a:cubicBezTo>
                  <a:pt x="76566" y="0"/>
                  <a:pt x="70284" y="6282"/>
                  <a:pt x="70284" y="14057"/>
                </a:cubicBezTo>
                <a:lnTo>
                  <a:pt x="70284" y="176897"/>
                </a:lnTo>
                <a:lnTo>
                  <a:pt x="23985" y="130597"/>
                </a:lnTo>
                <a:cubicBezTo>
                  <a:pt x="18494" y="125106"/>
                  <a:pt x="9576" y="125106"/>
                  <a:pt x="4085" y="130597"/>
                </a:cubicBezTo>
                <a:cubicBezTo>
                  <a:pt x="-1406" y="136088"/>
                  <a:pt x="-1406" y="145005"/>
                  <a:pt x="4085" y="150496"/>
                </a:cubicBezTo>
                <a:lnTo>
                  <a:pt x="74370" y="220781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79536" y="2722349"/>
            <a:ext cx="11432929" cy="1021467"/>
          </a:xfrm>
          <a:custGeom>
            <a:avLst/>
            <a:gdLst/>
            <a:ahLst/>
            <a:cxnLst/>
            <a:rect l="l" t="t" r="r" b="b"/>
            <a:pathLst>
              <a:path w="11432929" h="1021467">
                <a:moveTo>
                  <a:pt x="112453" y="0"/>
                </a:moveTo>
                <a:lnTo>
                  <a:pt x="11320475" y="0"/>
                </a:lnTo>
                <a:cubicBezTo>
                  <a:pt x="11382581" y="0"/>
                  <a:pt x="11432929" y="50347"/>
                  <a:pt x="11432929" y="112453"/>
                </a:cubicBezTo>
                <a:lnTo>
                  <a:pt x="11432929" y="909013"/>
                </a:lnTo>
                <a:cubicBezTo>
                  <a:pt x="11432929" y="971120"/>
                  <a:pt x="11382581" y="1021467"/>
                  <a:pt x="11320475" y="1021467"/>
                </a:cubicBezTo>
                <a:lnTo>
                  <a:pt x="112453" y="1021467"/>
                </a:lnTo>
                <a:cubicBezTo>
                  <a:pt x="50389" y="1021467"/>
                  <a:pt x="0" y="971078"/>
                  <a:pt x="0" y="909013"/>
                </a:cubicBezTo>
                <a:lnTo>
                  <a:pt x="0" y="112453"/>
                </a:lnTo>
                <a:cubicBezTo>
                  <a:pt x="0" y="50389"/>
                  <a:pt x="50389" y="0"/>
                  <a:pt x="112453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646" y="291446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4" name="Shape 22"/>
          <p:cNvSpPr/>
          <p:nvPr/>
        </p:nvSpPr>
        <p:spPr>
          <a:xfrm>
            <a:off x="702844" y="3045657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23428" y="11714"/>
                </a:moveTo>
                <a:cubicBezTo>
                  <a:pt x="10506" y="11714"/>
                  <a:pt x="0" y="22220"/>
                  <a:pt x="0" y="35142"/>
                </a:cubicBezTo>
                <a:lnTo>
                  <a:pt x="0" y="140569"/>
                </a:lnTo>
                <a:cubicBezTo>
                  <a:pt x="0" y="153491"/>
                  <a:pt x="10506" y="163997"/>
                  <a:pt x="23428" y="163997"/>
                </a:cubicBezTo>
                <a:lnTo>
                  <a:pt x="163997" y="163997"/>
                </a:lnTo>
                <a:cubicBezTo>
                  <a:pt x="176919" y="163997"/>
                  <a:pt x="187425" y="153491"/>
                  <a:pt x="187425" y="140569"/>
                </a:cubicBezTo>
                <a:lnTo>
                  <a:pt x="187425" y="70284"/>
                </a:lnTo>
                <a:cubicBezTo>
                  <a:pt x="187425" y="57362"/>
                  <a:pt x="176919" y="46856"/>
                  <a:pt x="163997" y="46856"/>
                </a:cubicBezTo>
                <a:lnTo>
                  <a:pt x="26357" y="46856"/>
                </a:lnTo>
                <a:cubicBezTo>
                  <a:pt x="21488" y="46856"/>
                  <a:pt x="17571" y="42939"/>
                  <a:pt x="17571" y="38071"/>
                </a:cubicBezTo>
                <a:cubicBezTo>
                  <a:pt x="17571" y="33202"/>
                  <a:pt x="21488" y="29285"/>
                  <a:pt x="26357" y="29285"/>
                </a:cubicBezTo>
                <a:lnTo>
                  <a:pt x="166925" y="29285"/>
                </a:lnTo>
                <a:cubicBezTo>
                  <a:pt x="171794" y="29285"/>
                  <a:pt x="175711" y="25368"/>
                  <a:pt x="175711" y="20500"/>
                </a:cubicBezTo>
                <a:cubicBezTo>
                  <a:pt x="175711" y="15631"/>
                  <a:pt x="171794" y="11714"/>
                  <a:pt x="166925" y="11714"/>
                </a:cubicBezTo>
                <a:lnTo>
                  <a:pt x="23428" y="11714"/>
                </a:lnTo>
                <a:close/>
                <a:moveTo>
                  <a:pt x="152283" y="93713"/>
                </a:moveTo>
                <a:cubicBezTo>
                  <a:pt x="158748" y="93713"/>
                  <a:pt x="163997" y="98961"/>
                  <a:pt x="163997" y="105427"/>
                </a:cubicBezTo>
                <a:cubicBezTo>
                  <a:pt x="163997" y="111892"/>
                  <a:pt x="158748" y="117141"/>
                  <a:pt x="152283" y="117141"/>
                </a:cubicBezTo>
                <a:cubicBezTo>
                  <a:pt x="145818" y="117141"/>
                  <a:pt x="140569" y="111892"/>
                  <a:pt x="140569" y="105427"/>
                </a:cubicBezTo>
                <a:cubicBezTo>
                  <a:pt x="140569" y="98961"/>
                  <a:pt x="145818" y="93713"/>
                  <a:pt x="152283" y="9371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1171407" y="2914460"/>
            <a:ext cx="1054265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Wallet Adapter (MWA)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71407" y="3251825"/>
            <a:ext cx="993353" cy="299880"/>
          </a:xfrm>
          <a:custGeom>
            <a:avLst/>
            <a:gdLst/>
            <a:ahLst/>
            <a:cxnLst/>
            <a:rect l="l" t="t" r="r" b="b"/>
            <a:pathLst>
              <a:path w="993353" h="299880">
                <a:moveTo>
                  <a:pt x="74970" y="0"/>
                </a:moveTo>
                <a:lnTo>
                  <a:pt x="918383" y="0"/>
                </a:lnTo>
                <a:cubicBezTo>
                  <a:pt x="959788" y="0"/>
                  <a:pt x="993353" y="33565"/>
                  <a:pt x="993353" y="74970"/>
                </a:cubicBezTo>
                <a:lnTo>
                  <a:pt x="993353" y="224910"/>
                </a:lnTo>
                <a:cubicBezTo>
                  <a:pt x="993353" y="266315"/>
                  <a:pt x="959788" y="299880"/>
                  <a:pt x="918383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21347" y="3326795"/>
            <a:ext cx="112455" cy="149940"/>
          </a:xfrm>
          <a:custGeom>
            <a:avLst/>
            <a:gdLst/>
            <a:ahLst/>
            <a:cxnLst/>
            <a:rect l="l" t="t" r="r" b="b"/>
            <a:pathLst>
              <a:path w="112455" h="149940">
                <a:moveTo>
                  <a:pt x="11743" y="136791"/>
                </a:moveTo>
                <a:lnTo>
                  <a:pt x="8463" y="139427"/>
                </a:lnTo>
                <a:cubicBezTo>
                  <a:pt x="7526" y="140159"/>
                  <a:pt x="6384" y="140569"/>
                  <a:pt x="5213" y="140569"/>
                </a:cubicBezTo>
                <a:cubicBezTo>
                  <a:pt x="2343" y="140569"/>
                  <a:pt x="0" y="138226"/>
                  <a:pt x="0" y="135356"/>
                </a:cubicBezTo>
                <a:lnTo>
                  <a:pt x="0" y="56228"/>
                </a:lnTo>
                <a:cubicBezTo>
                  <a:pt x="0" y="25185"/>
                  <a:pt x="25185" y="0"/>
                  <a:pt x="56228" y="0"/>
                </a:cubicBezTo>
                <a:cubicBezTo>
                  <a:pt x="87270" y="0"/>
                  <a:pt x="112455" y="25185"/>
                  <a:pt x="112455" y="56228"/>
                </a:cubicBezTo>
                <a:lnTo>
                  <a:pt x="112455" y="135356"/>
                </a:lnTo>
                <a:cubicBezTo>
                  <a:pt x="112455" y="138226"/>
                  <a:pt x="110112" y="140569"/>
                  <a:pt x="107242" y="140569"/>
                </a:cubicBezTo>
                <a:cubicBezTo>
                  <a:pt x="106071" y="140569"/>
                  <a:pt x="104929" y="140159"/>
                  <a:pt x="103992" y="139427"/>
                </a:cubicBezTo>
                <a:lnTo>
                  <a:pt x="100712" y="136791"/>
                </a:lnTo>
                <a:cubicBezTo>
                  <a:pt x="96787" y="133657"/>
                  <a:pt x="91106" y="134155"/>
                  <a:pt x="87797" y="137933"/>
                </a:cubicBezTo>
                <a:lnTo>
                  <a:pt x="78865" y="148183"/>
                </a:lnTo>
                <a:cubicBezTo>
                  <a:pt x="77899" y="149296"/>
                  <a:pt x="76464" y="149940"/>
                  <a:pt x="74970" y="149940"/>
                </a:cubicBezTo>
                <a:cubicBezTo>
                  <a:pt x="73476" y="149940"/>
                  <a:pt x="72071" y="149296"/>
                  <a:pt x="71075" y="148183"/>
                </a:cubicBezTo>
                <a:lnTo>
                  <a:pt x="63285" y="139251"/>
                </a:lnTo>
                <a:cubicBezTo>
                  <a:pt x="59566" y="134975"/>
                  <a:pt x="52918" y="134975"/>
                  <a:pt x="49170" y="139251"/>
                </a:cubicBezTo>
                <a:lnTo>
                  <a:pt x="41380" y="148183"/>
                </a:lnTo>
                <a:cubicBezTo>
                  <a:pt x="40414" y="149296"/>
                  <a:pt x="38979" y="149940"/>
                  <a:pt x="37485" y="149940"/>
                </a:cubicBezTo>
                <a:cubicBezTo>
                  <a:pt x="35991" y="149940"/>
                  <a:pt x="34586" y="149296"/>
                  <a:pt x="33590" y="148183"/>
                </a:cubicBezTo>
                <a:lnTo>
                  <a:pt x="24658" y="137933"/>
                </a:lnTo>
                <a:cubicBezTo>
                  <a:pt x="21349" y="134155"/>
                  <a:pt x="15668" y="133657"/>
                  <a:pt x="11743" y="136791"/>
                </a:cubicBezTo>
                <a:close/>
                <a:moveTo>
                  <a:pt x="46856" y="56228"/>
                </a:moveTo>
                <a:cubicBezTo>
                  <a:pt x="46856" y="51055"/>
                  <a:pt x="42657" y="46856"/>
                  <a:pt x="37485" y="46856"/>
                </a:cubicBezTo>
                <a:cubicBezTo>
                  <a:pt x="32313" y="46856"/>
                  <a:pt x="28114" y="51055"/>
                  <a:pt x="28114" y="56228"/>
                </a:cubicBezTo>
                <a:cubicBezTo>
                  <a:pt x="28114" y="61400"/>
                  <a:pt x="32313" y="65599"/>
                  <a:pt x="37485" y="65599"/>
                </a:cubicBezTo>
                <a:cubicBezTo>
                  <a:pt x="42657" y="65599"/>
                  <a:pt x="46856" y="61400"/>
                  <a:pt x="46856" y="56228"/>
                </a:cubicBezTo>
                <a:close/>
                <a:moveTo>
                  <a:pt x="74970" y="65599"/>
                </a:moveTo>
                <a:cubicBezTo>
                  <a:pt x="80142" y="65599"/>
                  <a:pt x="84341" y="61400"/>
                  <a:pt x="84341" y="56228"/>
                </a:cubicBezTo>
                <a:cubicBezTo>
                  <a:pt x="84341" y="51055"/>
                  <a:pt x="80142" y="46856"/>
                  <a:pt x="74970" y="46856"/>
                </a:cubicBezTo>
                <a:cubicBezTo>
                  <a:pt x="69798" y="46856"/>
                  <a:pt x="65599" y="51055"/>
                  <a:pt x="65599" y="56228"/>
                </a:cubicBezTo>
                <a:cubicBezTo>
                  <a:pt x="65599" y="61400"/>
                  <a:pt x="69798" y="65599"/>
                  <a:pt x="74970" y="65599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8" name="Text 26"/>
          <p:cNvSpPr/>
          <p:nvPr/>
        </p:nvSpPr>
        <p:spPr>
          <a:xfrm>
            <a:off x="1546257" y="3308052"/>
            <a:ext cx="571646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Phantom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276336" y="3289310"/>
            <a:ext cx="14056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452413" y="3251825"/>
            <a:ext cx="918383" cy="299880"/>
          </a:xfrm>
          <a:custGeom>
            <a:avLst/>
            <a:gdLst/>
            <a:ahLst/>
            <a:cxnLst/>
            <a:rect l="l" t="t" r="r" b="b"/>
            <a:pathLst>
              <a:path w="918383" h="299880">
                <a:moveTo>
                  <a:pt x="74970" y="0"/>
                </a:moveTo>
                <a:lnTo>
                  <a:pt x="843413" y="0"/>
                </a:lnTo>
                <a:cubicBezTo>
                  <a:pt x="884818" y="0"/>
                  <a:pt x="918383" y="33565"/>
                  <a:pt x="918383" y="74970"/>
                </a:cubicBezTo>
                <a:lnTo>
                  <a:pt x="918383" y="224910"/>
                </a:lnTo>
                <a:cubicBezTo>
                  <a:pt x="918383" y="266315"/>
                  <a:pt x="884818" y="299880"/>
                  <a:pt x="843413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74239" y="3326795"/>
            <a:ext cx="168683" cy="149940"/>
          </a:xfrm>
          <a:custGeom>
            <a:avLst/>
            <a:gdLst/>
            <a:ahLst/>
            <a:cxnLst/>
            <a:rect l="l" t="t" r="r" b="b"/>
            <a:pathLst>
              <a:path w="168683" h="149940">
                <a:moveTo>
                  <a:pt x="52186" y="-2958"/>
                </a:moveTo>
                <a:cubicBezTo>
                  <a:pt x="54353" y="-3866"/>
                  <a:pt x="56813" y="-3602"/>
                  <a:pt x="58775" y="-2314"/>
                </a:cubicBezTo>
                <a:lnTo>
                  <a:pt x="84488" y="14730"/>
                </a:lnTo>
                <a:lnTo>
                  <a:pt x="110200" y="-2314"/>
                </a:lnTo>
                <a:cubicBezTo>
                  <a:pt x="112162" y="-3602"/>
                  <a:pt x="114622" y="-3836"/>
                  <a:pt x="116789" y="-2958"/>
                </a:cubicBezTo>
                <a:cubicBezTo>
                  <a:pt x="118956" y="-2079"/>
                  <a:pt x="120479" y="-146"/>
                  <a:pt x="120948" y="2138"/>
                </a:cubicBezTo>
                <a:lnTo>
                  <a:pt x="127068" y="32360"/>
                </a:lnTo>
                <a:lnTo>
                  <a:pt x="157291" y="38481"/>
                </a:lnTo>
                <a:cubicBezTo>
                  <a:pt x="159575" y="38949"/>
                  <a:pt x="161508" y="40531"/>
                  <a:pt x="162386" y="42668"/>
                </a:cubicBezTo>
                <a:cubicBezTo>
                  <a:pt x="163265" y="44806"/>
                  <a:pt x="163031" y="47296"/>
                  <a:pt x="161742" y="49258"/>
                </a:cubicBezTo>
                <a:lnTo>
                  <a:pt x="144698" y="74970"/>
                </a:lnTo>
                <a:lnTo>
                  <a:pt x="161742" y="100682"/>
                </a:lnTo>
                <a:cubicBezTo>
                  <a:pt x="163031" y="102645"/>
                  <a:pt x="163265" y="105104"/>
                  <a:pt x="162386" y="107272"/>
                </a:cubicBezTo>
                <a:cubicBezTo>
                  <a:pt x="161508" y="109439"/>
                  <a:pt x="159575" y="111020"/>
                  <a:pt x="157291" y="111459"/>
                </a:cubicBezTo>
                <a:lnTo>
                  <a:pt x="127039" y="117551"/>
                </a:lnTo>
                <a:lnTo>
                  <a:pt x="120948" y="147802"/>
                </a:lnTo>
                <a:cubicBezTo>
                  <a:pt x="120479" y="150086"/>
                  <a:pt x="118898" y="152019"/>
                  <a:pt x="116760" y="152898"/>
                </a:cubicBezTo>
                <a:cubicBezTo>
                  <a:pt x="114622" y="153776"/>
                  <a:pt x="112133" y="153542"/>
                  <a:pt x="110171" y="152254"/>
                </a:cubicBezTo>
                <a:lnTo>
                  <a:pt x="84458" y="135210"/>
                </a:lnTo>
                <a:lnTo>
                  <a:pt x="58746" y="152254"/>
                </a:lnTo>
                <a:cubicBezTo>
                  <a:pt x="56784" y="153542"/>
                  <a:pt x="54324" y="153776"/>
                  <a:pt x="52157" y="152898"/>
                </a:cubicBezTo>
                <a:cubicBezTo>
                  <a:pt x="49990" y="152019"/>
                  <a:pt x="48408" y="150086"/>
                  <a:pt x="47969" y="147802"/>
                </a:cubicBezTo>
                <a:lnTo>
                  <a:pt x="41878" y="117551"/>
                </a:lnTo>
                <a:lnTo>
                  <a:pt x="11626" y="111430"/>
                </a:lnTo>
                <a:cubicBezTo>
                  <a:pt x="9342" y="110961"/>
                  <a:pt x="7409" y="109380"/>
                  <a:pt x="6531" y="107242"/>
                </a:cubicBezTo>
                <a:cubicBezTo>
                  <a:pt x="5652" y="105104"/>
                  <a:pt x="5886" y="102615"/>
                  <a:pt x="7175" y="100653"/>
                </a:cubicBezTo>
                <a:lnTo>
                  <a:pt x="24219" y="74970"/>
                </a:lnTo>
                <a:lnTo>
                  <a:pt x="7175" y="49258"/>
                </a:lnTo>
                <a:cubicBezTo>
                  <a:pt x="5886" y="47296"/>
                  <a:pt x="5652" y="44836"/>
                  <a:pt x="6531" y="42668"/>
                </a:cubicBezTo>
                <a:cubicBezTo>
                  <a:pt x="7409" y="40501"/>
                  <a:pt x="9342" y="38920"/>
                  <a:pt x="11626" y="38481"/>
                </a:cubicBezTo>
                <a:lnTo>
                  <a:pt x="41878" y="32389"/>
                </a:lnTo>
                <a:lnTo>
                  <a:pt x="47998" y="2138"/>
                </a:lnTo>
                <a:cubicBezTo>
                  <a:pt x="48467" y="-146"/>
                  <a:pt x="50048" y="-2079"/>
                  <a:pt x="52186" y="-2958"/>
                </a:cubicBezTo>
                <a:close/>
                <a:moveTo>
                  <a:pt x="60796" y="74970"/>
                </a:moveTo>
                <a:cubicBezTo>
                  <a:pt x="60796" y="66558"/>
                  <a:pt x="65284" y="58785"/>
                  <a:pt x="72569" y="54579"/>
                </a:cubicBezTo>
                <a:cubicBezTo>
                  <a:pt x="79854" y="50373"/>
                  <a:pt x="88829" y="50373"/>
                  <a:pt x="96114" y="54579"/>
                </a:cubicBezTo>
                <a:cubicBezTo>
                  <a:pt x="103399" y="58785"/>
                  <a:pt x="107887" y="66558"/>
                  <a:pt x="107887" y="74970"/>
                </a:cubicBezTo>
                <a:cubicBezTo>
                  <a:pt x="107887" y="87965"/>
                  <a:pt x="97336" y="98515"/>
                  <a:pt x="84341" y="98515"/>
                </a:cubicBezTo>
                <a:cubicBezTo>
                  <a:pt x="71346" y="98515"/>
                  <a:pt x="60796" y="87965"/>
                  <a:pt x="60796" y="74970"/>
                </a:cubicBezTo>
                <a:close/>
                <a:moveTo>
                  <a:pt x="121943" y="74970"/>
                </a:moveTo>
                <a:cubicBezTo>
                  <a:pt x="121943" y="54217"/>
                  <a:pt x="105094" y="37368"/>
                  <a:pt x="84341" y="37368"/>
                </a:cubicBezTo>
                <a:cubicBezTo>
                  <a:pt x="63588" y="37368"/>
                  <a:pt x="46739" y="54217"/>
                  <a:pt x="46739" y="74970"/>
                </a:cubicBezTo>
                <a:cubicBezTo>
                  <a:pt x="46739" y="88404"/>
                  <a:pt x="53906" y="100817"/>
                  <a:pt x="65540" y="107534"/>
                </a:cubicBezTo>
                <a:cubicBezTo>
                  <a:pt x="77174" y="114251"/>
                  <a:pt x="91508" y="114251"/>
                  <a:pt x="103142" y="107534"/>
                </a:cubicBezTo>
                <a:cubicBezTo>
                  <a:pt x="114776" y="100817"/>
                  <a:pt x="121943" y="88404"/>
                  <a:pt x="121943" y="7497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2" name="Text 30"/>
          <p:cNvSpPr/>
          <p:nvPr/>
        </p:nvSpPr>
        <p:spPr>
          <a:xfrm>
            <a:off x="2827263" y="3308052"/>
            <a:ext cx="496676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Solflare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79810" y="3289310"/>
            <a:ext cx="1499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66796" y="3251825"/>
            <a:ext cx="1330718" cy="299880"/>
          </a:xfrm>
          <a:custGeom>
            <a:avLst/>
            <a:gdLst/>
            <a:ahLst/>
            <a:cxnLst/>
            <a:rect l="l" t="t" r="r" b="b"/>
            <a:pathLst>
              <a:path w="1330718" h="299880">
                <a:moveTo>
                  <a:pt x="74970" y="0"/>
                </a:moveTo>
                <a:lnTo>
                  <a:pt x="1255748" y="0"/>
                </a:lnTo>
                <a:cubicBezTo>
                  <a:pt x="1297153" y="0"/>
                  <a:pt x="1330718" y="33565"/>
                  <a:pt x="1330718" y="74970"/>
                </a:cubicBezTo>
                <a:lnTo>
                  <a:pt x="1330718" y="224910"/>
                </a:lnTo>
                <a:cubicBezTo>
                  <a:pt x="1330718" y="266315"/>
                  <a:pt x="1297153" y="299880"/>
                  <a:pt x="1255748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797993" y="3326795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4057" y="74970"/>
                </a:moveTo>
                <a:cubicBezTo>
                  <a:pt x="14057" y="41321"/>
                  <a:pt x="41321" y="14057"/>
                  <a:pt x="74970" y="14057"/>
                </a:cubicBezTo>
                <a:cubicBezTo>
                  <a:pt x="93449" y="14057"/>
                  <a:pt x="109995" y="22286"/>
                  <a:pt x="121182" y="35289"/>
                </a:cubicBezTo>
                <a:cubicBezTo>
                  <a:pt x="123701" y="38246"/>
                  <a:pt x="128152" y="38569"/>
                  <a:pt x="131080" y="36050"/>
                </a:cubicBezTo>
                <a:cubicBezTo>
                  <a:pt x="134009" y="33532"/>
                  <a:pt x="134360" y="29080"/>
                  <a:pt x="131842" y="26152"/>
                </a:cubicBezTo>
                <a:cubicBezTo>
                  <a:pt x="118107" y="10133"/>
                  <a:pt x="97725" y="0"/>
                  <a:pt x="74970" y="0"/>
                </a:cubicBezTo>
                <a:cubicBezTo>
                  <a:pt x="33561" y="0"/>
                  <a:pt x="0" y="33561"/>
                  <a:pt x="0" y="74970"/>
                </a:cubicBezTo>
                <a:lnTo>
                  <a:pt x="0" y="86684"/>
                </a:lnTo>
                <a:cubicBezTo>
                  <a:pt x="0" y="90579"/>
                  <a:pt x="3134" y="93713"/>
                  <a:pt x="7028" y="93713"/>
                </a:cubicBezTo>
                <a:cubicBezTo>
                  <a:pt x="10923" y="93713"/>
                  <a:pt x="14057" y="90579"/>
                  <a:pt x="14057" y="86684"/>
                </a:cubicBezTo>
                <a:lnTo>
                  <a:pt x="14057" y="74970"/>
                </a:lnTo>
                <a:close/>
                <a:moveTo>
                  <a:pt x="148329" y="59478"/>
                </a:moveTo>
                <a:cubicBezTo>
                  <a:pt x="147539" y="55671"/>
                  <a:pt x="143790" y="53240"/>
                  <a:pt x="140012" y="54060"/>
                </a:cubicBezTo>
                <a:cubicBezTo>
                  <a:pt x="136235" y="54880"/>
                  <a:pt x="133775" y="58600"/>
                  <a:pt x="134595" y="62377"/>
                </a:cubicBezTo>
                <a:cubicBezTo>
                  <a:pt x="135444" y="66448"/>
                  <a:pt x="135912" y="70665"/>
                  <a:pt x="135912" y="74999"/>
                </a:cubicBezTo>
                <a:lnTo>
                  <a:pt x="135912" y="86713"/>
                </a:lnTo>
                <a:cubicBezTo>
                  <a:pt x="135912" y="90608"/>
                  <a:pt x="139046" y="93742"/>
                  <a:pt x="142941" y="93742"/>
                </a:cubicBezTo>
                <a:cubicBezTo>
                  <a:pt x="146836" y="93742"/>
                  <a:pt x="149969" y="90608"/>
                  <a:pt x="149969" y="86713"/>
                </a:cubicBezTo>
                <a:lnTo>
                  <a:pt x="149969" y="74999"/>
                </a:lnTo>
                <a:cubicBezTo>
                  <a:pt x="149969" y="69699"/>
                  <a:pt x="149413" y="64515"/>
                  <a:pt x="148359" y="59507"/>
                </a:cubicBezTo>
                <a:close/>
                <a:moveTo>
                  <a:pt x="74970" y="23428"/>
                </a:moveTo>
                <a:cubicBezTo>
                  <a:pt x="69406" y="23428"/>
                  <a:pt x="64017" y="24307"/>
                  <a:pt x="59010" y="25947"/>
                </a:cubicBezTo>
                <a:cubicBezTo>
                  <a:pt x="54558" y="27411"/>
                  <a:pt x="53533" y="32887"/>
                  <a:pt x="56579" y="36460"/>
                </a:cubicBezTo>
                <a:cubicBezTo>
                  <a:pt x="58658" y="38891"/>
                  <a:pt x="62085" y="39623"/>
                  <a:pt x="65189" y="38774"/>
                </a:cubicBezTo>
                <a:cubicBezTo>
                  <a:pt x="68293" y="37924"/>
                  <a:pt x="71573" y="37485"/>
                  <a:pt x="74970" y="37485"/>
                </a:cubicBezTo>
                <a:cubicBezTo>
                  <a:pt x="95675" y="37485"/>
                  <a:pt x="112455" y="54265"/>
                  <a:pt x="112455" y="74970"/>
                </a:cubicBezTo>
                <a:lnTo>
                  <a:pt x="112455" y="82262"/>
                </a:lnTo>
                <a:cubicBezTo>
                  <a:pt x="112455" y="89642"/>
                  <a:pt x="112016" y="96992"/>
                  <a:pt x="111166" y="104314"/>
                </a:cubicBezTo>
                <a:cubicBezTo>
                  <a:pt x="110669" y="108589"/>
                  <a:pt x="113919" y="112455"/>
                  <a:pt x="118253" y="112455"/>
                </a:cubicBezTo>
                <a:cubicBezTo>
                  <a:pt x="121709" y="112455"/>
                  <a:pt x="124667" y="109937"/>
                  <a:pt x="125077" y="106510"/>
                </a:cubicBezTo>
                <a:cubicBezTo>
                  <a:pt x="126043" y="98486"/>
                  <a:pt x="126541" y="90403"/>
                  <a:pt x="126541" y="82291"/>
                </a:cubicBezTo>
                <a:lnTo>
                  <a:pt x="126541" y="74999"/>
                </a:lnTo>
                <a:cubicBezTo>
                  <a:pt x="126541" y="46534"/>
                  <a:pt x="103464" y="23457"/>
                  <a:pt x="74999" y="23457"/>
                </a:cubicBezTo>
                <a:close/>
                <a:moveTo>
                  <a:pt x="44133" y="43547"/>
                </a:moveTo>
                <a:cubicBezTo>
                  <a:pt x="41468" y="40443"/>
                  <a:pt x="36724" y="40209"/>
                  <a:pt x="34205" y="43430"/>
                </a:cubicBezTo>
                <a:cubicBezTo>
                  <a:pt x="27440" y="52157"/>
                  <a:pt x="23428" y="63080"/>
                  <a:pt x="23428" y="74970"/>
                </a:cubicBezTo>
                <a:lnTo>
                  <a:pt x="23428" y="82262"/>
                </a:lnTo>
                <a:cubicBezTo>
                  <a:pt x="23428" y="89349"/>
                  <a:pt x="22667" y="96436"/>
                  <a:pt x="21144" y="103318"/>
                </a:cubicBezTo>
                <a:cubicBezTo>
                  <a:pt x="20148" y="107887"/>
                  <a:pt x="23457" y="112426"/>
                  <a:pt x="28143" y="112426"/>
                </a:cubicBezTo>
                <a:cubicBezTo>
                  <a:pt x="31218" y="112426"/>
                  <a:pt x="33971" y="110376"/>
                  <a:pt x="34644" y="107359"/>
                </a:cubicBezTo>
                <a:cubicBezTo>
                  <a:pt x="36519" y="99130"/>
                  <a:pt x="37485" y="90725"/>
                  <a:pt x="37485" y="82233"/>
                </a:cubicBezTo>
                <a:lnTo>
                  <a:pt x="37485" y="74941"/>
                </a:lnTo>
                <a:cubicBezTo>
                  <a:pt x="37485" y="66975"/>
                  <a:pt x="39974" y="59595"/>
                  <a:pt x="44191" y="53533"/>
                </a:cubicBezTo>
                <a:cubicBezTo>
                  <a:pt x="46300" y="50488"/>
                  <a:pt x="46534" y="46329"/>
                  <a:pt x="44133" y="43518"/>
                </a:cubicBezTo>
                <a:close/>
                <a:moveTo>
                  <a:pt x="74970" y="46856"/>
                </a:moveTo>
                <a:cubicBezTo>
                  <a:pt x="59449" y="46856"/>
                  <a:pt x="46856" y="59449"/>
                  <a:pt x="46856" y="74970"/>
                </a:cubicBezTo>
                <a:lnTo>
                  <a:pt x="46856" y="82262"/>
                </a:lnTo>
                <a:cubicBezTo>
                  <a:pt x="46856" y="92775"/>
                  <a:pt x="45509" y="103201"/>
                  <a:pt x="42815" y="113334"/>
                </a:cubicBezTo>
                <a:cubicBezTo>
                  <a:pt x="41702" y="117521"/>
                  <a:pt x="44777" y="121826"/>
                  <a:pt x="49111" y="121826"/>
                </a:cubicBezTo>
                <a:cubicBezTo>
                  <a:pt x="51893" y="121826"/>
                  <a:pt x="54353" y="120011"/>
                  <a:pt x="55085" y="117316"/>
                </a:cubicBezTo>
                <a:cubicBezTo>
                  <a:pt x="58160" y="105895"/>
                  <a:pt x="59742" y="94123"/>
                  <a:pt x="59742" y="82262"/>
                </a:cubicBezTo>
                <a:lnTo>
                  <a:pt x="59742" y="74970"/>
                </a:lnTo>
                <a:cubicBezTo>
                  <a:pt x="59742" y="66565"/>
                  <a:pt x="66565" y="59742"/>
                  <a:pt x="74970" y="59742"/>
                </a:cubicBezTo>
                <a:cubicBezTo>
                  <a:pt x="83375" y="59742"/>
                  <a:pt x="90198" y="66565"/>
                  <a:pt x="90198" y="74970"/>
                </a:cubicBezTo>
                <a:lnTo>
                  <a:pt x="90198" y="82262"/>
                </a:lnTo>
                <a:cubicBezTo>
                  <a:pt x="90198" y="92893"/>
                  <a:pt x="89173" y="103464"/>
                  <a:pt x="87153" y="113861"/>
                </a:cubicBezTo>
                <a:cubicBezTo>
                  <a:pt x="86362" y="117931"/>
                  <a:pt x="89408" y="121826"/>
                  <a:pt x="93537" y="121826"/>
                </a:cubicBezTo>
                <a:cubicBezTo>
                  <a:pt x="96524" y="121826"/>
                  <a:pt x="99101" y="119776"/>
                  <a:pt x="99687" y="116848"/>
                </a:cubicBezTo>
                <a:cubicBezTo>
                  <a:pt x="101942" y="105485"/>
                  <a:pt x="103084" y="93918"/>
                  <a:pt x="103084" y="82262"/>
                </a:cubicBezTo>
                <a:lnTo>
                  <a:pt x="103084" y="74970"/>
                </a:lnTo>
                <a:cubicBezTo>
                  <a:pt x="103084" y="59449"/>
                  <a:pt x="90491" y="46856"/>
                  <a:pt x="74970" y="46856"/>
                </a:cubicBezTo>
                <a:close/>
                <a:moveTo>
                  <a:pt x="81998" y="74970"/>
                </a:moveTo>
                <a:cubicBezTo>
                  <a:pt x="81998" y="71075"/>
                  <a:pt x="78865" y="67942"/>
                  <a:pt x="74970" y="67942"/>
                </a:cubicBezTo>
                <a:cubicBezTo>
                  <a:pt x="71075" y="67942"/>
                  <a:pt x="67942" y="71075"/>
                  <a:pt x="67942" y="74970"/>
                </a:cubicBezTo>
                <a:lnTo>
                  <a:pt x="67942" y="82262"/>
                </a:lnTo>
                <a:cubicBezTo>
                  <a:pt x="67942" y="99804"/>
                  <a:pt x="64720" y="117199"/>
                  <a:pt x="58424" y="133570"/>
                </a:cubicBezTo>
                <a:lnTo>
                  <a:pt x="56696" y="138050"/>
                </a:lnTo>
                <a:cubicBezTo>
                  <a:pt x="55290" y="141682"/>
                  <a:pt x="57106" y="145752"/>
                  <a:pt x="60737" y="147129"/>
                </a:cubicBezTo>
                <a:cubicBezTo>
                  <a:pt x="64369" y="148505"/>
                  <a:pt x="68439" y="146719"/>
                  <a:pt x="69816" y="143087"/>
                </a:cubicBezTo>
                <a:lnTo>
                  <a:pt x="71544" y="138607"/>
                </a:lnTo>
                <a:cubicBezTo>
                  <a:pt x="78455" y="120626"/>
                  <a:pt x="81998" y="101532"/>
                  <a:pt x="81998" y="82262"/>
                </a:cubicBezTo>
                <a:lnTo>
                  <a:pt x="81998" y="74970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6" name="Text 34"/>
          <p:cNvSpPr/>
          <p:nvPr/>
        </p:nvSpPr>
        <p:spPr>
          <a:xfrm>
            <a:off x="4041646" y="3308052"/>
            <a:ext cx="909012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Biometric Auth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13196" y="3898441"/>
            <a:ext cx="168683" cy="224910"/>
          </a:xfrm>
          <a:custGeom>
            <a:avLst/>
            <a:gdLst/>
            <a:ahLst/>
            <a:cxnLst/>
            <a:rect l="l" t="t" r="r" b="b"/>
            <a:pathLst>
              <a:path w="168683" h="224910">
                <a:moveTo>
                  <a:pt x="74414" y="220781"/>
                </a:moveTo>
                <a:cubicBezTo>
                  <a:pt x="79905" y="226272"/>
                  <a:pt x="88822" y="226272"/>
                  <a:pt x="94313" y="220781"/>
                </a:cubicBezTo>
                <a:lnTo>
                  <a:pt x="164597" y="150496"/>
                </a:lnTo>
                <a:cubicBezTo>
                  <a:pt x="170088" y="145005"/>
                  <a:pt x="170088" y="136088"/>
                  <a:pt x="164597" y="130597"/>
                </a:cubicBezTo>
                <a:cubicBezTo>
                  <a:pt x="159106" y="125106"/>
                  <a:pt x="150189" y="125106"/>
                  <a:pt x="144698" y="130597"/>
                </a:cubicBezTo>
                <a:lnTo>
                  <a:pt x="98398" y="176897"/>
                </a:lnTo>
                <a:lnTo>
                  <a:pt x="98398" y="14057"/>
                </a:lnTo>
                <a:cubicBezTo>
                  <a:pt x="98398" y="6282"/>
                  <a:pt x="92116" y="0"/>
                  <a:pt x="84341" y="0"/>
                </a:cubicBezTo>
                <a:cubicBezTo>
                  <a:pt x="76566" y="0"/>
                  <a:pt x="70284" y="6282"/>
                  <a:pt x="70284" y="14057"/>
                </a:cubicBezTo>
                <a:lnTo>
                  <a:pt x="70284" y="176897"/>
                </a:lnTo>
                <a:lnTo>
                  <a:pt x="23985" y="130597"/>
                </a:lnTo>
                <a:cubicBezTo>
                  <a:pt x="18494" y="125106"/>
                  <a:pt x="9576" y="125106"/>
                  <a:pt x="4085" y="130597"/>
                </a:cubicBezTo>
                <a:cubicBezTo>
                  <a:pt x="-1406" y="136088"/>
                  <a:pt x="-1406" y="145005"/>
                  <a:pt x="4085" y="150496"/>
                </a:cubicBezTo>
                <a:lnTo>
                  <a:pt x="74370" y="220781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79536" y="4277977"/>
            <a:ext cx="11432929" cy="1021467"/>
          </a:xfrm>
          <a:custGeom>
            <a:avLst/>
            <a:gdLst/>
            <a:ahLst/>
            <a:cxnLst/>
            <a:rect l="l" t="t" r="r" b="b"/>
            <a:pathLst>
              <a:path w="11432929" h="1021467">
                <a:moveTo>
                  <a:pt x="112453" y="0"/>
                </a:moveTo>
                <a:lnTo>
                  <a:pt x="11320475" y="0"/>
                </a:lnTo>
                <a:cubicBezTo>
                  <a:pt x="11382581" y="0"/>
                  <a:pt x="11432929" y="50347"/>
                  <a:pt x="11432929" y="112453"/>
                </a:cubicBezTo>
                <a:lnTo>
                  <a:pt x="11432929" y="909013"/>
                </a:lnTo>
                <a:cubicBezTo>
                  <a:pt x="11432929" y="971120"/>
                  <a:pt x="11382581" y="1021467"/>
                  <a:pt x="11320475" y="1021467"/>
                </a:cubicBezTo>
                <a:lnTo>
                  <a:pt x="112453" y="1021467"/>
                </a:lnTo>
                <a:cubicBezTo>
                  <a:pt x="50389" y="1021467"/>
                  <a:pt x="0" y="971078"/>
                  <a:pt x="0" y="909013"/>
                </a:cubicBezTo>
                <a:lnTo>
                  <a:pt x="0" y="112453"/>
                </a:lnTo>
                <a:cubicBezTo>
                  <a:pt x="0" y="50389"/>
                  <a:pt x="50389" y="0"/>
                  <a:pt x="112453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1646" y="4470088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02844" y="4601285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82108" y="-915"/>
                </a:moveTo>
                <a:cubicBezTo>
                  <a:pt x="89356" y="-5088"/>
                  <a:pt x="98288" y="-5088"/>
                  <a:pt x="105536" y="-915"/>
                </a:cubicBezTo>
                <a:lnTo>
                  <a:pt x="169927" y="36240"/>
                </a:lnTo>
                <a:cubicBezTo>
                  <a:pt x="177175" y="40414"/>
                  <a:pt x="181641" y="48174"/>
                  <a:pt x="181641" y="56520"/>
                </a:cubicBezTo>
                <a:lnTo>
                  <a:pt x="181641" y="130831"/>
                </a:lnTo>
                <a:cubicBezTo>
                  <a:pt x="181641" y="139214"/>
                  <a:pt x="177175" y="146938"/>
                  <a:pt x="169927" y="151111"/>
                </a:cubicBezTo>
                <a:lnTo>
                  <a:pt x="105536" y="188340"/>
                </a:lnTo>
                <a:cubicBezTo>
                  <a:pt x="98288" y="192513"/>
                  <a:pt x="89356" y="192513"/>
                  <a:pt x="82108" y="188340"/>
                </a:cubicBezTo>
                <a:lnTo>
                  <a:pt x="17754" y="151185"/>
                </a:lnTo>
                <a:cubicBezTo>
                  <a:pt x="10506" y="147012"/>
                  <a:pt x="6040" y="139251"/>
                  <a:pt x="6040" y="130905"/>
                </a:cubicBezTo>
                <a:lnTo>
                  <a:pt x="6040" y="56594"/>
                </a:lnTo>
                <a:cubicBezTo>
                  <a:pt x="6040" y="48211"/>
                  <a:pt x="10506" y="40487"/>
                  <a:pt x="17754" y="36314"/>
                </a:cubicBezTo>
                <a:lnTo>
                  <a:pt x="82108" y="-915"/>
                </a:lnTo>
                <a:close/>
                <a:moveTo>
                  <a:pt x="158176" y="130868"/>
                </a:moveTo>
                <a:lnTo>
                  <a:pt x="158176" y="70065"/>
                </a:lnTo>
                <a:lnTo>
                  <a:pt x="105536" y="100448"/>
                </a:lnTo>
                <a:lnTo>
                  <a:pt x="105536" y="161251"/>
                </a:lnTo>
                <a:lnTo>
                  <a:pt x="158176" y="13086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171407" y="4470088"/>
            <a:ext cx="1054265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Solana Mainnet (cNFT)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71407" y="4807453"/>
            <a:ext cx="1696197" cy="299880"/>
          </a:xfrm>
          <a:custGeom>
            <a:avLst/>
            <a:gdLst/>
            <a:ahLst/>
            <a:cxnLst/>
            <a:rect l="l" t="t" r="r" b="b"/>
            <a:pathLst>
              <a:path w="1696197" h="299880">
                <a:moveTo>
                  <a:pt x="74970" y="0"/>
                </a:moveTo>
                <a:lnTo>
                  <a:pt x="1621227" y="0"/>
                </a:lnTo>
                <a:cubicBezTo>
                  <a:pt x="1662632" y="0"/>
                  <a:pt x="1696197" y="33565"/>
                  <a:pt x="1696197" y="74970"/>
                </a:cubicBezTo>
                <a:lnTo>
                  <a:pt x="1696197" y="224910"/>
                </a:lnTo>
                <a:cubicBezTo>
                  <a:pt x="1696197" y="266315"/>
                  <a:pt x="1662632" y="299880"/>
                  <a:pt x="1621227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02604" y="4882423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28708" y="2050"/>
                </a:moveTo>
                <a:cubicBezTo>
                  <a:pt x="131461" y="-703"/>
                  <a:pt x="135912" y="-703"/>
                  <a:pt x="138636" y="2050"/>
                </a:cubicBezTo>
                <a:lnTo>
                  <a:pt x="148007" y="11421"/>
                </a:lnTo>
                <a:cubicBezTo>
                  <a:pt x="150760" y="14174"/>
                  <a:pt x="150760" y="18625"/>
                  <a:pt x="148007" y="21349"/>
                </a:cubicBezTo>
                <a:lnTo>
                  <a:pt x="122529" y="46827"/>
                </a:lnTo>
                <a:lnTo>
                  <a:pt x="133950" y="58248"/>
                </a:lnTo>
                <a:cubicBezTo>
                  <a:pt x="135971" y="60269"/>
                  <a:pt x="136557" y="63285"/>
                  <a:pt x="135473" y="65921"/>
                </a:cubicBezTo>
                <a:cubicBezTo>
                  <a:pt x="134390" y="68557"/>
                  <a:pt x="131842" y="70284"/>
                  <a:pt x="129001" y="70284"/>
                </a:cubicBezTo>
                <a:lnTo>
                  <a:pt x="86831" y="70284"/>
                </a:lnTo>
                <a:cubicBezTo>
                  <a:pt x="82936" y="70284"/>
                  <a:pt x="79802" y="67151"/>
                  <a:pt x="79802" y="63256"/>
                </a:cubicBezTo>
                <a:lnTo>
                  <a:pt x="79802" y="21085"/>
                </a:lnTo>
                <a:cubicBezTo>
                  <a:pt x="79802" y="18245"/>
                  <a:pt x="81501" y="15668"/>
                  <a:pt x="84136" y="14584"/>
                </a:cubicBezTo>
                <a:cubicBezTo>
                  <a:pt x="86772" y="13500"/>
                  <a:pt x="89788" y="14086"/>
                  <a:pt x="91809" y="16107"/>
                </a:cubicBezTo>
                <a:lnTo>
                  <a:pt x="103230" y="27528"/>
                </a:lnTo>
                <a:lnTo>
                  <a:pt x="128708" y="2050"/>
                </a:lnTo>
                <a:close/>
                <a:moveTo>
                  <a:pt x="21232" y="79656"/>
                </a:moveTo>
                <a:lnTo>
                  <a:pt x="63402" y="79656"/>
                </a:lnTo>
                <a:cubicBezTo>
                  <a:pt x="67297" y="79656"/>
                  <a:pt x="70431" y="82789"/>
                  <a:pt x="70431" y="86684"/>
                </a:cubicBezTo>
                <a:lnTo>
                  <a:pt x="70431" y="128855"/>
                </a:lnTo>
                <a:cubicBezTo>
                  <a:pt x="70431" y="131695"/>
                  <a:pt x="68732" y="134272"/>
                  <a:pt x="66097" y="135356"/>
                </a:cubicBezTo>
                <a:cubicBezTo>
                  <a:pt x="63461" y="136440"/>
                  <a:pt x="60445" y="135854"/>
                  <a:pt x="58424" y="133833"/>
                </a:cubicBezTo>
                <a:lnTo>
                  <a:pt x="47003" y="122412"/>
                </a:lnTo>
                <a:lnTo>
                  <a:pt x="21525" y="147890"/>
                </a:lnTo>
                <a:cubicBezTo>
                  <a:pt x="18772" y="150643"/>
                  <a:pt x="14320" y="150643"/>
                  <a:pt x="11597" y="147890"/>
                </a:cubicBezTo>
                <a:lnTo>
                  <a:pt x="2226" y="138519"/>
                </a:lnTo>
                <a:cubicBezTo>
                  <a:pt x="-527" y="135766"/>
                  <a:pt x="-527" y="131315"/>
                  <a:pt x="2226" y="128591"/>
                </a:cubicBezTo>
                <a:lnTo>
                  <a:pt x="27704" y="103113"/>
                </a:lnTo>
                <a:lnTo>
                  <a:pt x="16283" y="91692"/>
                </a:lnTo>
                <a:cubicBezTo>
                  <a:pt x="14262" y="89671"/>
                  <a:pt x="13676" y="86655"/>
                  <a:pt x="14760" y="84019"/>
                </a:cubicBezTo>
                <a:cubicBezTo>
                  <a:pt x="15843" y="81383"/>
                  <a:pt x="18391" y="79656"/>
                  <a:pt x="21232" y="7965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4" name="Text 42"/>
          <p:cNvSpPr/>
          <p:nvPr/>
        </p:nvSpPr>
        <p:spPr>
          <a:xfrm>
            <a:off x="1546257" y="4863680"/>
            <a:ext cx="127449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Metaplex Bubblegum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975885" y="4844938"/>
            <a:ext cx="14994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162871" y="4807453"/>
            <a:ext cx="1162035" cy="299880"/>
          </a:xfrm>
          <a:custGeom>
            <a:avLst/>
            <a:gdLst/>
            <a:ahLst/>
            <a:cxnLst/>
            <a:rect l="l" t="t" r="r" b="b"/>
            <a:pathLst>
              <a:path w="1162035" h="299880">
                <a:moveTo>
                  <a:pt x="74970" y="0"/>
                </a:moveTo>
                <a:lnTo>
                  <a:pt x="1087065" y="0"/>
                </a:lnTo>
                <a:cubicBezTo>
                  <a:pt x="1128470" y="0"/>
                  <a:pt x="1162035" y="33565"/>
                  <a:pt x="1162035" y="74970"/>
                </a:cubicBezTo>
                <a:lnTo>
                  <a:pt x="1162035" y="224910"/>
                </a:lnTo>
                <a:cubicBezTo>
                  <a:pt x="1162035" y="266315"/>
                  <a:pt x="1128470" y="299880"/>
                  <a:pt x="1087065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303440" y="4882423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65599" y="-9371"/>
                </a:moveTo>
                <a:cubicBezTo>
                  <a:pt x="67649" y="-9371"/>
                  <a:pt x="69611" y="-8463"/>
                  <a:pt x="70958" y="-6882"/>
                </a:cubicBezTo>
                <a:lnTo>
                  <a:pt x="110786" y="39974"/>
                </a:lnTo>
                <a:cubicBezTo>
                  <a:pt x="112572" y="42053"/>
                  <a:pt x="112953" y="44982"/>
                  <a:pt x="111811" y="47471"/>
                </a:cubicBezTo>
                <a:cubicBezTo>
                  <a:pt x="110669" y="49960"/>
                  <a:pt x="108179" y="51542"/>
                  <a:pt x="105427" y="51542"/>
                </a:cubicBezTo>
                <a:lnTo>
                  <a:pt x="98135" y="51542"/>
                </a:lnTo>
                <a:lnTo>
                  <a:pt x="120157" y="77459"/>
                </a:lnTo>
                <a:cubicBezTo>
                  <a:pt x="121943" y="79539"/>
                  <a:pt x="122324" y="82467"/>
                  <a:pt x="121182" y="84956"/>
                </a:cubicBezTo>
                <a:cubicBezTo>
                  <a:pt x="120040" y="87446"/>
                  <a:pt x="117551" y="89027"/>
                  <a:pt x="114798" y="89027"/>
                </a:cubicBezTo>
                <a:lnTo>
                  <a:pt x="103523" y="89027"/>
                </a:lnTo>
                <a:lnTo>
                  <a:pt x="129528" y="119630"/>
                </a:lnTo>
                <a:cubicBezTo>
                  <a:pt x="131315" y="121709"/>
                  <a:pt x="131695" y="124638"/>
                  <a:pt x="130553" y="127127"/>
                </a:cubicBezTo>
                <a:cubicBezTo>
                  <a:pt x="129411" y="129616"/>
                  <a:pt x="126922" y="131198"/>
                  <a:pt x="124169" y="131198"/>
                </a:cubicBezTo>
                <a:lnTo>
                  <a:pt x="74970" y="131198"/>
                </a:lnTo>
                <a:lnTo>
                  <a:pt x="74970" y="149940"/>
                </a:lnTo>
                <a:cubicBezTo>
                  <a:pt x="74970" y="155124"/>
                  <a:pt x="70782" y="159311"/>
                  <a:pt x="65599" y="159311"/>
                </a:cubicBezTo>
                <a:cubicBezTo>
                  <a:pt x="60415" y="159311"/>
                  <a:pt x="56228" y="155124"/>
                  <a:pt x="56228" y="149940"/>
                </a:cubicBezTo>
                <a:lnTo>
                  <a:pt x="56228" y="131198"/>
                </a:lnTo>
                <a:lnTo>
                  <a:pt x="7028" y="131198"/>
                </a:lnTo>
                <a:cubicBezTo>
                  <a:pt x="4276" y="131198"/>
                  <a:pt x="1786" y="129616"/>
                  <a:pt x="644" y="127127"/>
                </a:cubicBezTo>
                <a:cubicBezTo>
                  <a:pt x="-498" y="124638"/>
                  <a:pt x="-117" y="121709"/>
                  <a:pt x="1669" y="119630"/>
                </a:cubicBezTo>
                <a:lnTo>
                  <a:pt x="27674" y="89027"/>
                </a:lnTo>
                <a:lnTo>
                  <a:pt x="16400" y="89027"/>
                </a:lnTo>
                <a:cubicBezTo>
                  <a:pt x="13647" y="89027"/>
                  <a:pt x="11158" y="87446"/>
                  <a:pt x="10016" y="84956"/>
                </a:cubicBezTo>
                <a:cubicBezTo>
                  <a:pt x="8873" y="82467"/>
                  <a:pt x="9254" y="79539"/>
                  <a:pt x="11041" y="77459"/>
                </a:cubicBezTo>
                <a:lnTo>
                  <a:pt x="33063" y="51542"/>
                </a:lnTo>
                <a:lnTo>
                  <a:pt x="25771" y="51542"/>
                </a:lnTo>
                <a:cubicBezTo>
                  <a:pt x="23018" y="51542"/>
                  <a:pt x="20529" y="49960"/>
                  <a:pt x="19387" y="47471"/>
                </a:cubicBezTo>
                <a:cubicBezTo>
                  <a:pt x="18245" y="44982"/>
                  <a:pt x="18625" y="42053"/>
                  <a:pt x="20412" y="39974"/>
                </a:cubicBezTo>
                <a:lnTo>
                  <a:pt x="60240" y="-6882"/>
                </a:lnTo>
                <a:cubicBezTo>
                  <a:pt x="61587" y="-8463"/>
                  <a:pt x="63549" y="-9371"/>
                  <a:pt x="65599" y="-937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8" name="Text 46"/>
          <p:cNvSpPr/>
          <p:nvPr/>
        </p:nvSpPr>
        <p:spPr>
          <a:xfrm>
            <a:off x="3537721" y="4863680"/>
            <a:ext cx="74032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Merkle Tree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013196" y="5454069"/>
            <a:ext cx="168683" cy="224910"/>
          </a:xfrm>
          <a:custGeom>
            <a:avLst/>
            <a:gdLst/>
            <a:ahLst/>
            <a:cxnLst/>
            <a:rect l="l" t="t" r="r" b="b"/>
            <a:pathLst>
              <a:path w="168683" h="224910">
                <a:moveTo>
                  <a:pt x="74414" y="220781"/>
                </a:moveTo>
                <a:cubicBezTo>
                  <a:pt x="79905" y="226272"/>
                  <a:pt x="88822" y="226272"/>
                  <a:pt x="94313" y="220781"/>
                </a:cubicBezTo>
                <a:lnTo>
                  <a:pt x="164597" y="150496"/>
                </a:lnTo>
                <a:cubicBezTo>
                  <a:pt x="170088" y="145005"/>
                  <a:pt x="170088" y="136088"/>
                  <a:pt x="164597" y="130597"/>
                </a:cubicBezTo>
                <a:cubicBezTo>
                  <a:pt x="159106" y="125106"/>
                  <a:pt x="150189" y="125106"/>
                  <a:pt x="144698" y="130597"/>
                </a:cubicBezTo>
                <a:lnTo>
                  <a:pt x="98398" y="176897"/>
                </a:lnTo>
                <a:lnTo>
                  <a:pt x="98398" y="14057"/>
                </a:lnTo>
                <a:cubicBezTo>
                  <a:pt x="98398" y="6282"/>
                  <a:pt x="92116" y="0"/>
                  <a:pt x="84341" y="0"/>
                </a:cubicBezTo>
                <a:cubicBezTo>
                  <a:pt x="76566" y="0"/>
                  <a:pt x="70284" y="6282"/>
                  <a:pt x="70284" y="14057"/>
                </a:cubicBezTo>
                <a:lnTo>
                  <a:pt x="70284" y="176897"/>
                </a:lnTo>
                <a:lnTo>
                  <a:pt x="23985" y="130597"/>
                </a:lnTo>
                <a:cubicBezTo>
                  <a:pt x="18494" y="125106"/>
                  <a:pt x="9576" y="125106"/>
                  <a:pt x="4085" y="130597"/>
                </a:cubicBezTo>
                <a:cubicBezTo>
                  <a:pt x="-1406" y="136088"/>
                  <a:pt x="-1406" y="145005"/>
                  <a:pt x="4085" y="150496"/>
                </a:cubicBezTo>
                <a:lnTo>
                  <a:pt x="74370" y="220781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50" name="Shape 48"/>
          <p:cNvSpPr/>
          <p:nvPr/>
        </p:nvSpPr>
        <p:spPr>
          <a:xfrm>
            <a:off x="379536" y="5833605"/>
            <a:ext cx="11432929" cy="1021467"/>
          </a:xfrm>
          <a:custGeom>
            <a:avLst/>
            <a:gdLst/>
            <a:ahLst/>
            <a:cxnLst/>
            <a:rect l="l" t="t" r="r" b="b"/>
            <a:pathLst>
              <a:path w="11432929" h="1021467">
                <a:moveTo>
                  <a:pt x="112453" y="0"/>
                </a:moveTo>
                <a:lnTo>
                  <a:pt x="11320475" y="0"/>
                </a:lnTo>
                <a:cubicBezTo>
                  <a:pt x="11382581" y="0"/>
                  <a:pt x="11432929" y="50347"/>
                  <a:pt x="11432929" y="112453"/>
                </a:cubicBezTo>
                <a:lnTo>
                  <a:pt x="11432929" y="909013"/>
                </a:lnTo>
                <a:cubicBezTo>
                  <a:pt x="11432929" y="971120"/>
                  <a:pt x="11382581" y="1021467"/>
                  <a:pt x="11320475" y="1021467"/>
                </a:cubicBezTo>
                <a:lnTo>
                  <a:pt x="112453" y="1021467"/>
                </a:lnTo>
                <a:cubicBezTo>
                  <a:pt x="50389" y="1021467"/>
                  <a:pt x="0" y="971078"/>
                  <a:pt x="0" y="909013"/>
                </a:cubicBezTo>
                <a:lnTo>
                  <a:pt x="0" y="112453"/>
                </a:lnTo>
                <a:cubicBezTo>
                  <a:pt x="0" y="50389"/>
                  <a:pt x="50389" y="0"/>
                  <a:pt x="112453" y="0"/>
                </a:cubicBezTo>
                <a:close/>
              </a:path>
            </a:pathLst>
          </a:custGeom>
          <a:solidFill>
            <a:srgbClr val="14F195">
              <a:alpha val="1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1646" y="6025716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2" name="Shape 50"/>
          <p:cNvSpPr/>
          <p:nvPr/>
        </p:nvSpPr>
        <p:spPr>
          <a:xfrm>
            <a:off x="691130" y="6156913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87563" y="-2929"/>
                </a:moveTo>
                <a:cubicBezTo>
                  <a:pt x="85330" y="-5198"/>
                  <a:pt x="82072" y="-6113"/>
                  <a:pt x="78997" y="-5271"/>
                </a:cubicBezTo>
                <a:cubicBezTo>
                  <a:pt x="75922" y="-4429"/>
                  <a:pt x="73542" y="-2050"/>
                  <a:pt x="72774" y="1025"/>
                </a:cubicBezTo>
                <a:lnTo>
                  <a:pt x="67173" y="23062"/>
                </a:lnTo>
                <a:cubicBezTo>
                  <a:pt x="66770" y="24673"/>
                  <a:pt x="65123" y="25625"/>
                  <a:pt x="63549" y="25149"/>
                </a:cubicBezTo>
                <a:lnTo>
                  <a:pt x="41658" y="18999"/>
                </a:lnTo>
                <a:cubicBezTo>
                  <a:pt x="38583" y="18120"/>
                  <a:pt x="35289" y="18999"/>
                  <a:pt x="33056" y="21232"/>
                </a:cubicBezTo>
                <a:cubicBezTo>
                  <a:pt x="30823" y="23465"/>
                  <a:pt x="29944" y="26759"/>
                  <a:pt x="30823" y="29834"/>
                </a:cubicBezTo>
                <a:lnTo>
                  <a:pt x="37009" y="51725"/>
                </a:lnTo>
                <a:cubicBezTo>
                  <a:pt x="37448" y="53299"/>
                  <a:pt x="36497" y="54946"/>
                  <a:pt x="34923" y="55349"/>
                </a:cubicBezTo>
                <a:lnTo>
                  <a:pt x="12849" y="60950"/>
                </a:lnTo>
                <a:cubicBezTo>
                  <a:pt x="9774" y="61718"/>
                  <a:pt x="7358" y="64135"/>
                  <a:pt x="6516" y="67209"/>
                </a:cubicBezTo>
                <a:cubicBezTo>
                  <a:pt x="5674" y="70284"/>
                  <a:pt x="6589" y="73542"/>
                  <a:pt x="8859" y="75775"/>
                </a:cubicBezTo>
                <a:lnTo>
                  <a:pt x="25149" y="91626"/>
                </a:lnTo>
                <a:cubicBezTo>
                  <a:pt x="26320" y="92761"/>
                  <a:pt x="26320" y="94664"/>
                  <a:pt x="25149" y="95836"/>
                </a:cubicBezTo>
                <a:lnTo>
                  <a:pt x="8895" y="111686"/>
                </a:lnTo>
                <a:cubicBezTo>
                  <a:pt x="6626" y="113919"/>
                  <a:pt x="5711" y="117177"/>
                  <a:pt x="6553" y="120252"/>
                </a:cubicBezTo>
                <a:cubicBezTo>
                  <a:pt x="7395" y="123327"/>
                  <a:pt x="9811" y="125707"/>
                  <a:pt x="12885" y="126512"/>
                </a:cubicBezTo>
                <a:lnTo>
                  <a:pt x="34923" y="132113"/>
                </a:lnTo>
                <a:cubicBezTo>
                  <a:pt x="36533" y="132515"/>
                  <a:pt x="37485" y="134163"/>
                  <a:pt x="37009" y="135737"/>
                </a:cubicBezTo>
                <a:lnTo>
                  <a:pt x="30823" y="157591"/>
                </a:lnTo>
                <a:cubicBezTo>
                  <a:pt x="29944" y="160666"/>
                  <a:pt x="30823" y="163960"/>
                  <a:pt x="33056" y="166193"/>
                </a:cubicBezTo>
                <a:cubicBezTo>
                  <a:pt x="35289" y="168426"/>
                  <a:pt x="38583" y="169305"/>
                  <a:pt x="41658" y="168426"/>
                </a:cubicBezTo>
                <a:lnTo>
                  <a:pt x="63549" y="162240"/>
                </a:lnTo>
                <a:cubicBezTo>
                  <a:pt x="65123" y="161801"/>
                  <a:pt x="66770" y="162752"/>
                  <a:pt x="67173" y="164326"/>
                </a:cubicBezTo>
                <a:lnTo>
                  <a:pt x="72774" y="186363"/>
                </a:lnTo>
                <a:cubicBezTo>
                  <a:pt x="73542" y="189438"/>
                  <a:pt x="75958" y="191854"/>
                  <a:pt x="79033" y="192696"/>
                </a:cubicBezTo>
                <a:cubicBezTo>
                  <a:pt x="82108" y="193538"/>
                  <a:pt x="85366" y="192623"/>
                  <a:pt x="87599" y="190354"/>
                </a:cubicBezTo>
                <a:lnTo>
                  <a:pt x="103450" y="174064"/>
                </a:lnTo>
                <a:cubicBezTo>
                  <a:pt x="104585" y="172892"/>
                  <a:pt x="106488" y="172892"/>
                  <a:pt x="107660" y="174064"/>
                </a:cubicBezTo>
                <a:lnTo>
                  <a:pt x="123474" y="190354"/>
                </a:lnTo>
                <a:cubicBezTo>
                  <a:pt x="125707" y="192623"/>
                  <a:pt x="128965" y="193538"/>
                  <a:pt x="132039" y="192696"/>
                </a:cubicBezTo>
                <a:cubicBezTo>
                  <a:pt x="135114" y="191854"/>
                  <a:pt x="137494" y="189438"/>
                  <a:pt x="138299" y="186363"/>
                </a:cubicBezTo>
                <a:lnTo>
                  <a:pt x="143900" y="164363"/>
                </a:lnTo>
                <a:cubicBezTo>
                  <a:pt x="144303" y="162752"/>
                  <a:pt x="145950" y="161801"/>
                  <a:pt x="147524" y="162276"/>
                </a:cubicBezTo>
                <a:lnTo>
                  <a:pt x="169415" y="168463"/>
                </a:lnTo>
                <a:cubicBezTo>
                  <a:pt x="172490" y="169341"/>
                  <a:pt x="175784" y="168463"/>
                  <a:pt x="178017" y="166230"/>
                </a:cubicBezTo>
                <a:cubicBezTo>
                  <a:pt x="180250" y="163997"/>
                  <a:pt x="181129" y="160702"/>
                  <a:pt x="180250" y="157627"/>
                </a:cubicBezTo>
                <a:lnTo>
                  <a:pt x="174064" y="135737"/>
                </a:lnTo>
                <a:cubicBezTo>
                  <a:pt x="173624" y="134163"/>
                  <a:pt x="174576" y="132515"/>
                  <a:pt x="176150" y="132113"/>
                </a:cubicBezTo>
                <a:lnTo>
                  <a:pt x="198187" y="126512"/>
                </a:lnTo>
                <a:cubicBezTo>
                  <a:pt x="201262" y="125743"/>
                  <a:pt x="203678" y="123327"/>
                  <a:pt x="204520" y="120252"/>
                </a:cubicBezTo>
                <a:cubicBezTo>
                  <a:pt x="205362" y="117177"/>
                  <a:pt x="204447" y="113883"/>
                  <a:pt x="202177" y="111686"/>
                </a:cubicBezTo>
                <a:lnTo>
                  <a:pt x="185888" y="95836"/>
                </a:lnTo>
                <a:cubicBezTo>
                  <a:pt x="184716" y="94701"/>
                  <a:pt x="184716" y="92797"/>
                  <a:pt x="185888" y="91626"/>
                </a:cubicBezTo>
                <a:lnTo>
                  <a:pt x="202177" y="75775"/>
                </a:lnTo>
                <a:cubicBezTo>
                  <a:pt x="204447" y="73542"/>
                  <a:pt x="205362" y="70284"/>
                  <a:pt x="204520" y="67209"/>
                </a:cubicBezTo>
                <a:cubicBezTo>
                  <a:pt x="203678" y="64135"/>
                  <a:pt x="201262" y="61755"/>
                  <a:pt x="198187" y="60950"/>
                </a:cubicBezTo>
                <a:lnTo>
                  <a:pt x="176150" y="55349"/>
                </a:lnTo>
                <a:cubicBezTo>
                  <a:pt x="174540" y="54946"/>
                  <a:pt x="173588" y="53299"/>
                  <a:pt x="174064" y="51725"/>
                </a:cubicBezTo>
                <a:lnTo>
                  <a:pt x="180250" y="29834"/>
                </a:lnTo>
                <a:cubicBezTo>
                  <a:pt x="181129" y="26759"/>
                  <a:pt x="180250" y="23465"/>
                  <a:pt x="178017" y="21232"/>
                </a:cubicBezTo>
                <a:cubicBezTo>
                  <a:pt x="175784" y="18999"/>
                  <a:pt x="172490" y="18120"/>
                  <a:pt x="169415" y="18999"/>
                </a:cubicBezTo>
                <a:lnTo>
                  <a:pt x="147524" y="25185"/>
                </a:lnTo>
                <a:cubicBezTo>
                  <a:pt x="145950" y="25625"/>
                  <a:pt x="144303" y="24673"/>
                  <a:pt x="143900" y="23099"/>
                </a:cubicBezTo>
                <a:lnTo>
                  <a:pt x="138299" y="1025"/>
                </a:lnTo>
                <a:cubicBezTo>
                  <a:pt x="137530" y="-2050"/>
                  <a:pt x="135114" y="-4466"/>
                  <a:pt x="132039" y="-5308"/>
                </a:cubicBezTo>
                <a:cubicBezTo>
                  <a:pt x="128965" y="-6150"/>
                  <a:pt x="125707" y="-5235"/>
                  <a:pt x="123474" y="-2965"/>
                </a:cubicBezTo>
                <a:lnTo>
                  <a:pt x="107623" y="13361"/>
                </a:lnTo>
                <a:cubicBezTo>
                  <a:pt x="106488" y="14533"/>
                  <a:pt x="104585" y="14533"/>
                  <a:pt x="103413" y="13361"/>
                </a:cubicBezTo>
                <a:lnTo>
                  <a:pt x="87563" y="-292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" name="Text 51"/>
          <p:cNvSpPr/>
          <p:nvPr/>
        </p:nvSpPr>
        <p:spPr>
          <a:xfrm>
            <a:off x="1171407" y="6025716"/>
            <a:ext cx="1054265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Certificate of Authenticity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71407" y="6363081"/>
            <a:ext cx="946497" cy="299880"/>
          </a:xfrm>
          <a:custGeom>
            <a:avLst/>
            <a:gdLst/>
            <a:ahLst/>
            <a:cxnLst/>
            <a:rect l="l" t="t" r="r" b="b"/>
            <a:pathLst>
              <a:path w="946497" h="299880">
                <a:moveTo>
                  <a:pt x="74970" y="0"/>
                </a:moveTo>
                <a:lnTo>
                  <a:pt x="871527" y="0"/>
                </a:lnTo>
                <a:cubicBezTo>
                  <a:pt x="912931" y="0"/>
                  <a:pt x="946497" y="33565"/>
                  <a:pt x="946497" y="74970"/>
                </a:cubicBezTo>
                <a:lnTo>
                  <a:pt x="946497" y="224910"/>
                </a:lnTo>
                <a:cubicBezTo>
                  <a:pt x="946497" y="266315"/>
                  <a:pt x="912931" y="299880"/>
                  <a:pt x="871527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302604" y="6442736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65599" y="0"/>
                </a:moveTo>
                <a:cubicBezTo>
                  <a:pt x="66777" y="0"/>
                  <a:pt x="67956" y="256"/>
                  <a:pt x="69032" y="743"/>
                </a:cubicBezTo>
                <a:lnTo>
                  <a:pt x="117309" y="21217"/>
                </a:lnTo>
                <a:cubicBezTo>
                  <a:pt x="122946" y="23600"/>
                  <a:pt x="127149" y="29161"/>
                  <a:pt x="127123" y="35874"/>
                </a:cubicBezTo>
                <a:cubicBezTo>
                  <a:pt x="126995" y="61294"/>
                  <a:pt x="116540" y="107802"/>
                  <a:pt x="72389" y="128943"/>
                </a:cubicBezTo>
                <a:cubicBezTo>
                  <a:pt x="68110" y="130993"/>
                  <a:pt x="63139" y="130993"/>
                  <a:pt x="58860" y="128943"/>
                </a:cubicBezTo>
                <a:cubicBezTo>
                  <a:pt x="14683" y="107802"/>
                  <a:pt x="4254" y="61294"/>
                  <a:pt x="4126" y="35874"/>
                </a:cubicBezTo>
                <a:cubicBezTo>
                  <a:pt x="4100" y="29161"/>
                  <a:pt x="8302" y="23600"/>
                  <a:pt x="13940" y="21217"/>
                </a:cubicBezTo>
                <a:lnTo>
                  <a:pt x="62191" y="743"/>
                </a:lnTo>
                <a:cubicBezTo>
                  <a:pt x="63267" y="256"/>
                  <a:pt x="64420" y="0"/>
                  <a:pt x="65599" y="0"/>
                </a:cubicBezTo>
                <a:close/>
                <a:moveTo>
                  <a:pt x="65599" y="17117"/>
                </a:moveTo>
                <a:lnTo>
                  <a:pt x="65599" y="114003"/>
                </a:lnTo>
                <a:cubicBezTo>
                  <a:pt x="100961" y="96886"/>
                  <a:pt x="110467" y="58962"/>
                  <a:pt x="110698" y="36259"/>
                </a:cubicBezTo>
                <a:lnTo>
                  <a:pt x="65599" y="17143"/>
                </a:lnTo>
                <a:lnTo>
                  <a:pt x="65599" y="17143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6" name="Text 54"/>
          <p:cNvSpPr/>
          <p:nvPr/>
        </p:nvSpPr>
        <p:spPr>
          <a:xfrm>
            <a:off x="1395409" y="6363081"/>
            <a:ext cx="788093" cy="299880"/>
          </a:xfrm>
          <a:prstGeom prst="rect">
            <a:avLst/>
          </a:prstGeom>
          <a:noFill/>
          <a:ln/>
        </p:spPr>
        <p:txBody>
          <a:bodyPr wrap="square" lIns="112455" tIns="56228" rIns="112455" bIns="56228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RFC 3161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193386" y="6363081"/>
            <a:ext cx="768443" cy="299880"/>
          </a:xfrm>
          <a:custGeom>
            <a:avLst/>
            <a:gdLst/>
            <a:ahLst/>
            <a:cxnLst/>
            <a:rect l="l" t="t" r="r" b="b"/>
            <a:pathLst>
              <a:path w="768443" h="299880">
                <a:moveTo>
                  <a:pt x="74970" y="0"/>
                </a:moveTo>
                <a:lnTo>
                  <a:pt x="693473" y="0"/>
                </a:lnTo>
                <a:cubicBezTo>
                  <a:pt x="734878" y="0"/>
                  <a:pt x="768443" y="33565"/>
                  <a:pt x="768443" y="74970"/>
                </a:cubicBezTo>
                <a:lnTo>
                  <a:pt x="768443" y="224910"/>
                </a:lnTo>
                <a:cubicBezTo>
                  <a:pt x="768443" y="266315"/>
                  <a:pt x="734878" y="299880"/>
                  <a:pt x="693473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308184" y="6442736"/>
            <a:ext cx="163997" cy="131198"/>
          </a:xfrm>
          <a:custGeom>
            <a:avLst/>
            <a:gdLst/>
            <a:ahLst/>
            <a:cxnLst/>
            <a:rect l="l" t="t" r="r" b="b"/>
            <a:pathLst>
              <a:path w="163997" h="131198">
                <a:moveTo>
                  <a:pt x="16425" y="16400"/>
                </a:moveTo>
                <a:cubicBezTo>
                  <a:pt x="16425" y="7354"/>
                  <a:pt x="23780" y="0"/>
                  <a:pt x="32825" y="0"/>
                </a:cubicBezTo>
                <a:lnTo>
                  <a:pt x="71134" y="0"/>
                </a:lnTo>
                <a:cubicBezTo>
                  <a:pt x="75490" y="0"/>
                  <a:pt x="79667" y="1717"/>
                  <a:pt x="82742" y="4792"/>
                </a:cubicBezTo>
                <a:lnTo>
                  <a:pt x="110006" y="32108"/>
                </a:lnTo>
                <a:cubicBezTo>
                  <a:pt x="113081" y="35182"/>
                  <a:pt x="114798" y="39359"/>
                  <a:pt x="114798" y="43715"/>
                </a:cubicBezTo>
                <a:lnTo>
                  <a:pt x="114798" y="68699"/>
                </a:lnTo>
                <a:lnTo>
                  <a:pt x="80973" y="102524"/>
                </a:lnTo>
                <a:lnTo>
                  <a:pt x="70186" y="102524"/>
                </a:lnTo>
                <a:lnTo>
                  <a:pt x="66060" y="88789"/>
                </a:lnTo>
                <a:cubicBezTo>
                  <a:pt x="64856" y="84766"/>
                  <a:pt x="61166" y="82024"/>
                  <a:pt x="56963" y="82024"/>
                </a:cubicBezTo>
                <a:cubicBezTo>
                  <a:pt x="54068" y="82024"/>
                  <a:pt x="51352" y="83331"/>
                  <a:pt x="49558" y="85586"/>
                </a:cubicBezTo>
                <a:lnTo>
                  <a:pt x="34157" y="104804"/>
                </a:lnTo>
                <a:cubicBezTo>
                  <a:pt x="32031" y="107444"/>
                  <a:pt x="32466" y="111339"/>
                  <a:pt x="35106" y="113440"/>
                </a:cubicBezTo>
                <a:cubicBezTo>
                  <a:pt x="37745" y="115541"/>
                  <a:pt x="41640" y="115131"/>
                  <a:pt x="43741" y="112466"/>
                </a:cubicBezTo>
                <a:lnTo>
                  <a:pt x="55810" y="97399"/>
                </a:lnTo>
                <a:lnTo>
                  <a:pt x="59705" y="110390"/>
                </a:lnTo>
                <a:cubicBezTo>
                  <a:pt x="60474" y="113004"/>
                  <a:pt x="62883" y="114772"/>
                  <a:pt x="65599" y="114772"/>
                </a:cubicBezTo>
                <a:lnTo>
                  <a:pt x="73670" y="114772"/>
                </a:lnTo>
                <a:cubicBezTo>
                  <a:pt x="73440" y="115567"/>
                  <a:pt x="73235" y="116387"/>
                  <a:pt x="73081" y="117207"/>
                </a:cubicBezTo>
                <a:lnTo>
                  <a:pt x="70288" y="131172"/>
                </a:lnTo>
                <a:lnTo>
                  <a:pt x="32825" y="131172"/>
                </a:lnTo>
                <a:cubicBezTo>
                  <a:pt x="23780" y="131172"/>
                  <a:pt x="16425" y="123818"/>
                  <a:pt x="16425" y="114772"/>
                </a:cubicBezTo>
                <a:lnTo>
                  <a:pt x="16425" y="16374"/>
                </a:lnTo>
                <a:close/>
                <a:moveTo>
                  <a:pt x="69724" y="14990"/>
                </a:moveTo>
                <a:lnTo>
                  <a:pt x="69724" y="38949"/>
                </a:lnTo>
                <a:cubicBezTo>
                  <a:pt x="69724" y="42357"/>
                  <a:pt x="72466" y="45099"/>
                  <a:pt x="75874" y="45099"/>
                </a:cubicBezTo>
                <a:lnTo>
                  <a:pt x="99833" y="45099"/>
                </a:lnTo>
                <a:lnTo>
                  <a:pt x="69724" y="14990"/>
                </a:lnTo>
                <a:close/>
                <a:moveTo>
                  <a:pt x="85150" y="119641"/>
                </a:moveTo>
                <a:cubicBezTo>
                  <a:pt x="85791" y="116463"/>
                  <a:pt x="87354" y="113542"/>
                  <a:pt x="89635" y="111262"/>
                </a:cubicBezTo>
                <a:lnTo>
                  <a:pt x="120102" y="80794"/>
                </a:lnTo>
                <a:lnTo>
                  <a:pt x="140602" y="101294"/>
                </a:lnTo>
                <a:lnTo>
                  <a:pt x="110134" y="131761"/>
                </a:lnTo>
                <a:cubicBezTo>
                  <a:pt x="107854" y="134042"/>
                  <a:pt x="104932" y="135605"/>
                  <a:pt x="101755" y="136246"/>
                </a:cubicBezTo>
                <a:lnTo>
                  <a:pt x="86483" y="139295"/>
                </a:lnTo>
                <a:cubicBezTo>
                  <a:pt x="86252" y="139346"/>
                  <a:pt x="85996" y="139372"/>
                  <a:pt x="85740" y="139372"/>
                </a:cubicBezTo>
                <a:cubicBezTo>
                  <a:pt x="83690" y="139372"/>
                  <a:pt x="81998" y="137706"/>
                  <a:pt x="81998" y="135631"/>
                </a:cubicBezTo>
                <a:cubicBezTo>
                  <a:pt x="81998" y="135374"/>
                  <a:pt x="82024" y="135144"/>
                  <a:pt x="82075" y="134887"/>
                </a:cubicBezTo>
                <a:lnTo>
                  <a:pt x="85125" y="119615"/>
                </a:lnTo>
                <a:close/>
                <a:moveTo>
                  <a:pt x="153773" y="88123"/>
                </a:moveTo>
                <a:lnTo>
                  <a:pt x="146393" y="95503"/>
                </a:lnTo>
                <a:lnTo>
                  <a:pt x="125893" y="75003"/>
                </a:lnTo>
                <a:lnTo>
                  <a:pt x="133273" y="67623"/>
                </a:lnTo>
                <a:cubicBezTo>
                  <a:pt x="138936" y="61960"/>
                  <a:pt x="148110" y="61960"/>
                  <a:pt x="153773" y="67623"/>
                </a:cubicBezTo>
                <a:cubicBezTo>
                  <a:pt x="159436" y="73286"/>
                  <a:pt x="159436" y="82460"/>
                  <a:pt x="153773" y="88123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9" name="Text 57"/>
          <p:cNvSpPr/>
          <p:nvPr/>
        </p:nvSpPr>
        <p:spPr>
          <a:xfrm>
            <a:off x="2417388" y="6363081"/>
            <a:ext cx="610039" cy="299880"/>
          </a:xfrm>
          <a:prstGeom prst="rect">
            <a:avLst/>
          </a:prstGeom>
          <a:noFill/>
          <a:ln/>
        </p:spPr>
        <p:txBody>
          <a:bodyPr wrap="square" lIns="112455" tIns="56228" rIns="112455" bIns="56228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C2PA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036945" y="6363081"/>
            <a:ext cx="1396317" cy="299880"/>
          </a:xfrm>
          <a:custGeom>
            <a:avLst/>
            <a:gdLst/>
            <a:ahLst/>
            <a:cxnLst/>
            <a:rect l="l" t="t" r="r" b="b"/>
            <a:pathLst>
              <a:path w="1396317" h="299880">
                <a:moveTo>
                  <a:pt x="74970" y="0"/>
                </a:moveTo>
                <a:lnTo>
                  <a:pt x="1321347" y="0"/>
                </a:lnTo>
                <a:cubicBezTo>
                  <a:pt x="1362751" y="0"/>
                  <a:pt x="1396317" y="33565"/>
                  <a:pt x="1396317" y="74970"/>
                </a:cubicBezTo>
                <a:lnTo>
                  <a:pt x="1396317" y="224910"/>
                </a:lnTo>
                <a:cubicBezTo>
                  <a:pt x="1396317" y="266315"/>
                  <a:pt x="1362751" y="299880"/>
                  <a:pt x="1321347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3168142" y="6442736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59577" y="1332"/>
                </a:moveTo>
                <a:cubicBezTo>
                  <a:pt x="63395" y="-436"/>
                  <a:pt x="67802" y="-436"/>
                  <a:pt x="71621" y="1332"/>
                </a:cubicBezTo>
                <a:lnTo>
                  <a:pt x="127636" y="27213"/>
                </a:lnTo>
                <a:cubicBezTo>
                  <a:pt x="129814" y="28213"/>
                  <a:pt x="131198" y="30391"/>
                  <a:pt x="131198" y="32799"/>
                </a:cubicBezTo>
                <a:cubicBezTo>
                  <a:pt x="131198" y="35208"/>
                  <a:pt x="129814" y="37386"/>
                  <a:pt x="127636" y="38386"/>
                </a:cubicBezTo>
                <a:lnTo>
                  <a:pt x="71621" y="64266"/>
                </a:lnTo>
                <a:cubicBezTo>
                  <a:pt x="67802" y="66034"/>
                  <a:pt x="63395" y="66034"/>
                  <a:pt x="59577" y="64266"/>
                </a:cubicBezTo>
                <a:lnTo>
                  <a:pt x="3562" y="38386"/>
                </a:lnTo>
                <a:cubicBezTo>
                  <a:pt x="1384" y="37361"/>
                  <a:pt x="0" y="35182"/>
                  <a:pt x="0" y="32799"/>
                </a:cubicBezTo>
                <a:cubicBezTo>
                  <a:pt x="0" y="30416"/>
                  <a:pt x="1384" y="28213"/>
                  <a:pt x="3562" y="27213"/>
                </a:cubicBezTo>
                <a:lnTo>
                  <a:pt x="59577" y="1332"/>
                </a:lnTo>
                <a:close/>
                <a:moveTo>
                  <a:pt x="12325" y="55964"/>
                </a:moveTo>
                <a:lnTo>
                  <a:pt x="54426" y="75413"/>
                </a:lnTo>
                <a:cubicBezTo>
                  <a:pt x="61524" y="78693"/>
                  <a:pt x="69699" y="78693"/>
                  <a:pt x="76797" y="75413"/>
                </a:cubicBezTo>
                <a:lnTo>
                  <a:pt x="118898" y="55964"/>
                </a:lnTo>
                <a:lnTo>
                  <a:pt x="127636" y="60013"/>
                </a:lnTo>
                <a:cubicBezTo>
                  <a:pt x="129814" y="61012"/>
                  <a:pt x="131198" y="63190"/>
                  <a:pt x="131198" y="65599"/>
                </a:cubicBezTo>
                <a:cubicBezTo>
                  <a:pt x="131198" y="68007"/>
                  <a:pt x="129814" y="70186"/>
                  <a:pt x="127636" y="71185"/>
                </a:cubicBezTo>
                <a:lnTo>
                  <a:pt x="71621" y="97066"/>
                </a:lnTo>
                <a:cubicBezTo>
                  <a:pt x="67802" y="98834"/>
                  <a:pt x="63395" y="98834"/>
                  <a:pt x="59577" y="97066"/>
                </a:cubicBezTo>
                <a:lnTo>
                  <a:pt x="3562" y="71185"/>
                </a:lnTo>
                <a:cubicBezTo>
                  <a:pt x="1384" y="70160"/>
                  <a:pt x="0" y="67982"/>
                  <a:pt x="0" y="65599"/>
                </a:cubicBezTo>
                <a:cubicBezTo>
                  <a:pt x="0" y="63216"/>
                  <a:pt x="1384" y="61012"/>
                  <a:pt x="3562" y="60013"/>
                </a:cubicBezTo>
                <a:lnTo>
                  <a:pt x="12300" y="55964"/>
                </a:lnTo>
                <a:close/>
                <a:moveTo>
                  <a:pt x="3562" y="92812"/>
                </a:moveTo>
                <a:lnTo>
                  <a:pt x="12300" y="88763"/>
                </a:lnTo>
                <a:lnTo>
                  <a:pt x="54401" y="108212"/>
                </a:lnTo>
                <a:cubicBezTo>
                  <a:pt x="61499" y="111492"/>
                  <a:pt x="69673" y="111492"/>
                  <a:pt x="76771" y="108212"/>
                </a:cubicBezTo>
                <a:lnTo>
                  <a:pt x="118872" y="88763"/>
                </a:lnTo>
                <a:lnTo>
                  <a:pt x="127610" y="92812"/>
                </a:lnTo>
                <a:cubicBezTo>
                  <a:pt x="129788" y="93811"/>
                  <a:pt x="131172" y="95989"/>
                  <a:pt x="131172" y="98398"/>
                </a:cubicBezTo>
                <a:cubicBezTo>
                  <a:pt x="131172" y="100807"/>
                  <a:pt x="129788" y="102985"/>
                  <a:pt x="127610" y="103984"/>
                </a:cubicBezTo>
                <a:lnTo>
                  <a:pt x="71595" y="129865"/>
                </a:lnTo>
                <a:cubicBezTo>
                  <a:pt x="67777" y="131633"/>
                  <a:pt x="63369" y="131633"/>
                  <a:pt x="59551" y="129865"/>
                </a:cubicBezTo>
                <a:lnTo>
                  <a:pt x="3562" y="103984"/>
                </a:lnTo>
                <a:cubicBezTo>
                  <a:pt x="1384" y="102959"/>
                  <a:pt x="0" y="100781"/>
                  <a:pt x="0" y="98398"/>
                </a:cubicBezTo>
                <a:cubicBezTo>
                  <a:pt x="0" y="96015"/>
                  <a:pt x="1384" y="93811"/>
                  <a:pt x="3562" y="92812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62" name="Text 60"/>
          <p:cNvSpPr/>
          <p:nvPr/>
        </p:nvSpPr>
        <p:spPr>
          <a:xfrm>
            <a:off x="3260947" y="6363081"/>
            <a:ext cx="1237913" cy="299880"/>
          </a:xfrm>
          <a:prstGeom prst="rect">
            <a:avLst/>
          </a:prstGeom>
          <a:noFill/>
          <a:ln/>
        </p:spPr>
        <p:txBody>
          <a:bodyPr wrap="square" lIns="112455" tIns="56228" rIns="112455" bIns="56228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4-Layer Hashing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4057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417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Cryptographic Proof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300" y="990600"/>
            <a:ext cx="1102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Industry-Standard Verification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3676650" cy="4276725"/>
          </a:xfrm>
          <a:custGeom>
            <a:avLst/>
            <a:gdLst/>
            <a:ahLst/>
            <a:cxnLst/>
            <a:rect l="l" t="t" r="r" b="b"/>
            <a:pathLst>
              <a:path w="3676650" h="42767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162418"/>
                </a:lnTo>
                <a:cubicBezTo>
                  <a:pt x="3676650" y="4225548"/>
                  <a:pt x="3625473" y="4276725"/>
                  <a:pt x="3562343" y="4276725"/>
                </a:cubicBezTo>
                <a:lnTo>
                  <a:pt x="114307" y="4276725"/>
                </a:lnTo>
                <a:cubicBezTo>
                  <a:pt x="51177" y="4276725"/>
                  <a:pt x="0" y="4225548"/>
                  <a:pt x="0" y="4162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125" y="1685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9" name="Shape 7"/>
          <p:cNvSpPr/>
          <p:nvPr/>
        </p:nvSpPr>
        <p:spPr>
          <a:xfrm>
            <a:off x="771525" y="1838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266825" y="1819275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RFC 3161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9125" y="2371725"/>
            <a:ext cx="3286125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Trusted Timestamps from FreeTSA.org providing third-party proof, verifiable via OpenSSL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888" y="4757738"/>
            <a:ext cx="3200400" cy="733425"/>
          </a:xfrm>
          <a:custGeom>
            <a:avLst/>
            <a:gdLst/>
            <a:ahLst/>
            <a:cxnLst/>
            <a:rect l="l" t="t" r="r" b="b"/>
            <a:pathLst>
              <a:path w="3200400" h="733425">
                <a:moveTo>
                  <a:pt x="76203" y="0"/>
                </a:moveTo>
                <a:lnTo>
                  <a:pt x="3124197" y="0"/>
                </a:lnTo>
                <a:cubicBezTo>
                  <a:pt x="3166255" y="0"/>
                  <a:pt x="3200400" y="34145"/>
                  <a:pt x="3200400" y="76203"/>
                </a:cubicBezTo>
                <a:lnTo>
                  <a:pt x="3200400" y="657222"/>
                </a:lnTo>
                <a:cubicBezTo>
                  <a:pt x="3200400" y="699280"/>
                  <a:pt x="3166255" y="733425"/>
                  <a:pt x="31241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050" y="4914900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4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Verification Command: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1050" y="5181600"/>
            <a:ext cx="2943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openssl ts -verify -in timestamp.tsr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9238" y="1452563"/>
            <a:ext cx="3676650" cy="4276725"/>
          </a:xfrm>
          <a:custGeom>
            <a:avLst/>
            <a:gdLst/>
            <a:ahLst/>
            <a:cxnLst/>
            <a:rect l="l" t="t" r="r" b="b"/>
            <a:pathLst>
              <a:path w="3676650" h="42767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162418"/>
                </a:lnTo>
                <a:cubicBezTo>
                  <a:pt x="3676650" y="4225548"/>
                  <a:pt x="3625473" y="4276725"/>
                  <a:pt x="3562343" y="4276725"/>
                </a:cubicBezTo>
                <a:lnTo>
                  <a:pt x="114307" y="4276725"/>
                </a:lnTo>
                <a:cubicBezTo>
                  <a:pt x="51177" y="4276725"/>
                  <a:pt x="0" y="4225548"/>
                  <a:pt x="0" y="4162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2600" y="1685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7" name="Shape 15"/>
          <p:cNvSpPr/>
          <p:nvPr/>
        </p:nvSpPr>
        <p:spPr>
          <a:xfrm>
            <a:off x="4673575" y="18383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39291" y="28575"/>
                </a:moveTo>
                <a:cubicBezTo>
                  <a:pt x="33352" y="28575"/>
                  <a:pt x="28575" y="33352"/>
                  <a:pt x="28575" y="39291"/>
                </a:cubicBezTo>
                <a:cubicBezTo>
                  <a:pt x="28575" y="45229"/>
                  <a:pt x="33352" y="50006"/>
                  <a:pt x="39291" y="50006"/>
                </a:cubicBezTo>
                <a:lnTo>
                  <a:pt x="60722" y="50006"/>
                </a:lnTo>
                <a:cubicBezTo>
                  <a:pt x="66660" y="50006"/>
                  <a:pt x="71438" y="45229"/>
                  <a:pt x="71438" y="39291"/>
                </a:cubicBezTo>
                <a:cubicBezTo>
                  <a:pt x="71438" y="33352"/>
                  <a:pt x="66660" y="28575"/>
                  <a:pt x="60722" y="28575"/>
                </a:cubicBezTo>
                <a:lnTo>
                  <a:pt x="39291" y="28575"/>
                </a:lnTo>
                <a:close/>
                <a:moveTo>
                  <a:pt x="39291" y="71438"/>
                </a:moveTo>
                <a:cubicBezTo>
                  <a:pt x="33352" y="71438"/>
                  <a:pt x="28575" y="76215"/>
                  <a:pt x="28575" y="82153"/>
                </a:cubicBezTo>
                <a:cubicBezTo>
                  <a:pt x="28575" y="88091"/>
                  <a:pt x="33352" y="92869"/>
                  <a:pt x="39291" y="92869"/>
                </a:cubicBezTo>
                <a:lnTo>
                  <a:pt x="60722" y="92869"/>
                </a:lnTo>
                <a:cubicBezTo>
                  <a:pt x="66660" y="92869"/>
                  <a:pt x="71438" y="88091"/>
                  <a:pt x="71438" y="82153"/>
                </a:cubicBezTo>
                <a:cubicBezTo>
                  <a:pt x="71438" y="76215"/>
                  <a:pt x="66660" y="71438"/>
                  <a:pt x="60722" y="71438"/>
                </a:cubicBezTo>
                <a:lnTo>
                  <a:pt x="39291" y="71438"/>
                </a:lnTo>
                <a:close/>
                <a:moveTo>
                  <a:pt x="70678" y="142875"/>
                </a:moveTo>
                <a:cubicBezTo>
                  <a:pt x="65633" y="142875"/>
                  <a:pt x="60900" y="145152"/>
                  <a:pt x="57775" y="149081"/>
                </a:cubicBezTo>
                <a:lnTo>
                  <a:pt x="30941" y="182612"/>
                </a:lnTo>
                <a:cubicBezTo>
                  <a:pt x="27236" y="187211"/>
                  <a:pt x="27995" y="193997"/>
                  <a:pt x="32593" y="197659"/>
                </a:cubicBezTo>
                <a:cubicBezTo>
                  <a:pt x="37192" y="201320"/>
                  <a:pt x="43979" y="200605"/>
                  <a:pt x="47640" y="195962"/>
                </a:cubicBezTo>
                <a:lnTo>
                  <a:pt x="68669" y="169709"/>
                </a:lnTo>
                <a:lnTo>
                  <a:pt x="75456" y="192345"/>
                </a:lnTo>
                <a:cubicBezTo>
                  <a:pt x="76795" y="196900"/>
                  <a:pt x="80992" y="199980"/>
                  <a:pt x="85725" y="199980"/>
                </a:cubicBezTo>
                <a:lnTo>
                  <a:pt x="132159" y="199980"/>
                </a:lnTo>
                <a:cubicBezTo>
                  <a:pt x="138098" y="199980"/>
                  <a:pt x="142875" y="195203"/>
                  <a:pt x="142875" y="189265"/>
                </a:cubicBezTo>
                <a:cubicBezTo>
                  <a:pt x="142875" y="183326"/>
                  <a:pt x="138098" y="178549"/>
                  <a:pt x="132159" y="178549"/>
                </a:cubicBezTo>
                <a:lnTo>
                  <a:pt x="93717" y="178549"/>
                </a:lnTo>
                <a:lnTo>
                  <a:pt x="86529" y="154618"/>
                </a:lnTo>
                <a:cubicBezTo>
                  <a:pt x="84430" y="147608"/>
                  <a:pt x="78001" y="142830"/>
                  <a:pt x="70678" y="14283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5140300" y="1819275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C2PA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2600" y="2371725"/>
            <a:ext cx="3286125" cy="215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Authenticity Initiative standard used by Adobe, Microsoft, and BBC for provenance manifests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97363" y="4681538"/>
            <a:ext cx="3200400" cy="809625"/>
          </a:xfrm>
          <a:custGeom>
            <a:avLst/>
            <a:gdLst/>
            <a:ahLst/>
            <a:cxnLst/>
            <a:rect l="l" t="t" r="r" b="b"/>
            <a:pathLst>
              <a:path w="3200400" h="809625">
                <a:moveTo>
                  <a:pt x="76202" y="0"/>
                </a:moveTo>
                <a:lnTo>
                  <a:pt x="3124198" y="0"/>
                </a:lnTo>
                <a:cubicBezTo>
                  <a:pt x="3166283" y="0"/>
                  <a:pt x="3200400" y="34117"/>
                  <a:pt x="3200400" y="76202"/>
                </a:cubicBezTo>
                <a:lnTo>
                  <a:pt x="3200400" y="733423"/>
                </a:lnTo>
                <a:cubicBezTo>
                  <a:pt x="3200400" y="775508"/>
                  <a:pt x="3166283" y="809625"/>
                  <a:pt x="312419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14F195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525" y="4838700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Adoption: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54525" y="5105400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38101" y="0"/>
                </a:moveTo>
                <a:lnTo>
                  <a:pt x="438149" y="0"/>
                </a:lnTo>
                <a:cubicBezTo>
                  <a:pt x="459192" y="0"/>
                  <a:pt x="476250" y="17058"/>
                  <a:pt x="476250" y="38101"/>
                </a:cubicBezTo>
                <a:lnTo>
                  <a:pt x="476250" y="190499"/>
                </a:lnTo>
                <a:cubicBezTo>
                  <a:pt x="476250" y="211542"/>
                  <a:pt x="459192" y="228600"/>
                  <a:pt x="4381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54525" y="5105400"/>
            <a:ext cx="5334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Adobe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11217" y="5105400"/>
            <a:ext cx="619125" cy="228600"/>
          </a:xfrm>
          <a:custGeom>
            <a:avLst/>
            <a:gdLst/>
            <a:ahLst/>
            <a:cxnLst/>
            <a:rect l="l" t="t" r="r" b="b"/>
            <a:pathLst>
              <a:path w="619125" h="228600">
                <a:moveTo>
                  <a:pt x="38101" y="0"/>
                </a:moveTo>
                <a:lnTo>
                  <a:pt x="581024" y="0"/>
                </a:lnTo>
                <a:cubicBezTo>
                  <a:pt x="602067" y="0"/>
                  <a:pt x="619125" y="17058"/>
                  <a:pt x="619125" y="38101"/>
                </a:cubicBezTo>
                <a:lnTo>
                  <a:pt x="619125" y="190499"/>
                </a:lnTo>
                <a:cubicBezTo>
                  <a:pt x="619125" y="211542"/>
                  <a:pt x="602067" y="228600"/>
                  <a:pt x="5810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211217" y="5105400"/>
            <a:ext cx="6762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08477" y="5105400"/>
            <a:ext cx="352425" cy="228600"/>
          </a:xfrm>
          <a:custGeom>
            <a:avLst/>
            <a:gdLst/>
            <a:ahLst/>
            <a:cxnLst/>
            <a:rect l="l" t="t" r="r" b="b"/>
            <a:pathLst>
              <a:path w="352425" h="228600">
                <a:moveTo>
                  <a:pt x="38101" y="0"/>
                </a:moveTo>
                <a:lnTo>
                  <a:pt x="314324" y="0"/>
                </a:lnTo>
                <a:cubicBezTo>
                  <a:pt x="335367" y="0"/>
                  <a:pt x="352425" y="17058"/>
                  <a:pt x="352425" y="38101"/>
                </a:cubicBezTo>
                <a:lnTo>
                  <a:pt x="352425" y="190499"/>
                </a:lnTo>
                <a:cubicBezTo>
                  <a:pt x="352425" y="211542"/>
                  <a:pt x="335367" y="228600"/>
                  <a:pt x="314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08477" y="5105400"/>
            <a:ext cx="4095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BBC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2713" y="1452563"/>
            <a:ext cx="3676650" cy="4276725"/>
          </a:xfrm>
          <a:custGeom>
            <a:avLst/>
            <a:gdLst/>
            <a:ahLst/>
            <a:cxnLst/>
            <a:rect l="l" t="t" r="r" b="b"/>
            <a:pathLst>
              <a:path w="3676650" h="42767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162418"/>
                </a:lnTo>
                <a:cubicBezTo>
                  <a:pt x="3676650" y="4225548"/>
                  <a:pt x="3625473" y="4276725"/>
                  <a:pt x="3562343" y="4276725"/>
                </a:cubicBezTo>
                <a:lnTo>
                  <a:pt x="114307" y="4276725"/>
                </a:lnTo>
                <a:cubicBezTo>
                  <a:pt x="51177" y="4276725"/>
                  <a:pt x="0" y="4225548"/>
                  <a:pt x="0" y="4162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075" y="1685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518475" y="1838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013775" y="1819275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4-Layer Hashing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66075" y="2371725"/>
            <a:ext cx="3209925" cy="609600"/>
          </a:xfrm>
          <a:custGeom>
            <a:avLst/>
            <a:gdLst/>
            <a:ahLst/>
            <a:cxnLst/>
            <a:rect l="l" t="t" r="r" b="b"/>
            <a:pathLst>
              <a:path w="3209925" h="609600">
                <a:moveTo>
                  <a:pt x="76200" y="0"/>
                </a:moveTo>
                <a:lnTo>
                  <a:pt x="3133725" y="0"/>
                </a:lnTo>
                <a:cubicBezTo>
                  <a:pt x="3175781" y="0"/>
                  <a:pt x="3209925" y="34144"/>
                  <a:pt x="3209925" y="76200"/>
                </a:cubicBezTo>
                <a:lnTo>
                  <a:pt x="3209925" y="533400"/>
                </a:lnTo>
                <a:cubicBezTo>
                  <a:pt x="3209925" y="575456"/>
                  <a:pt x="3175781" y="609600"/>
                  <a:pt x="31337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480375" y="2486025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Hash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80375" y="2714625"/>
            <a:ext cx="3038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bytes fingerprint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66075" y="3057525"/>
            <a:ext cx="3209925" cy="609600"/>
          </a:xfrm>
          <a:custGeom>
            <a:avLst/>
            <a:gdLst/>
            <a:ahLst/>
            <a:cxnLst/>
            <a:rect l="l" t="t" r="r" b="b"/>
            <a:pathLst>
              <a:path w="3209925" h="609600">
                <a:moveTo>
                  <a:pt x="76200" y="0"/>
                </a:moveTo>
                <a:lnTo>
                  <a:pt x="3133725" y="0"/>
                </a:lnTo>
                <a:cubicBezTo>
                  <a:pt x="3175781" y="0"/>
                  <a:pt x="3209925" y="34144"/>
                  <a:pt x="3209925" y="76200"/>
                </a:cubicBezTo>
                <a:lnTo>
                  <a:pt x="3209925" y="533400"/>
                </a:lnTo>
                <a:cubicBezTo>
                  <a:pt x="3209925" y="575456"/>
                  <a:pt x="3175781" y="609600"/>
                  <a:pt x="31337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480375" y="3171825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EXIF Raw Hash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80375" y="3400425"/>
            <a:ext cx="3038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metadata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66075" y="3743325"/>
            <a:ext cx="3209925" cy="609600"/>
          </a:xfrm>
          <a:custGeom>
            <a:avLst/>
            <a:gdLst/>
            <a:ahLst/>
            <a:cxnLst/>
            <a:rect l="l" t="t" r="r" b="b"/>
            <a:pathLst>
              <a:path w="3209925" h="609600">
                <a:moveTo>
                  <a:pt x="76200" y="0"/>
                </a:moveTo>
                <a:lnTo>
                  <a:pt x="3133725" y="0"/>
                </a:lnTo>
                <a:cubicBezTo>
                  <a:pt x="3175781" y="0"/>
                  <a:pt x="3209925" y="34144"/>
                  <a:pt x="3209925" y="76200"/>
                </a:cubicBezTo>
                <a:lnTo>
                  <a:pt x="3209925" y="533400"/>
                </a:lnTo>
                <a:cubicBezTo>
                  <a:pt x="3209925" y="575456"/>
                  <a:pt x="3175781" y="609600"/>
                  <a:pt x="31337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480375" y="3857625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EXIF Normalized Hash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80375" y="4086225"/>
            <a:ext cx="3038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Tamper detection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66075" y="4429125"/>
            <a:ext cx="3209925" cy="609600"/>
          </a:xfrm>
          <a:custGeom>
            <a:avLst/>
            <a:gdLst/>
            <a:ahLst/>
            <a:cxnLst/>
            <a:rect l="l" t="t" r="r" b="b"/>
            <a:pathLst>
              <a:path w="3209925" h="609600">
                <a:moveTo>
                  <a:pt x="76200" y="0"/>
                </a:moveTo>
                <a:lnTo>
                  <a:pt x="3133725" y="0"/>
                </a:lnTo>
                <a:cubicBezTo>
                  <a:pt x="3175781" y="0"/>
                  <a:pt x="3209925" y="34144"/>
                  <a:pt x="3209925" y="76200"/>
                </a:cubicBezTo>
                <a:lnTo>
                  <a:pt x="3209925" y="533400"/>
                </a:lnTo>
                <a:cubicBezTo>
                  <a:pt x="3209925" y="575456"/>
                  <a:pt x="3175781" y="609600"/>
                  <a:pt x="31337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480375" y="4543425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Binding Hash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80375" y="4772025"/>
            <a:ext cx="3038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Links content + EXIF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4F195">
              <a:alpha val="1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1500" y="6086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6" name="Text 44"/>
          <p:cNvSpPr/>
          <p:nvPr/>
        </p:nvSpPr>
        <p:spPr>
          <a:xfrm>
            <a:off x="942975" y="6086475"/>
            <a:ext cx="7610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Verifiable by Anyone: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proofs stored on-chain in NFT attributes — no PhotoLynk account required for verification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32147"/>
                </a:moveTo>
                <a:cubicBezTo>
                  <a:pt x="171450" y="48957"/>
                  <a:pt x="151660" y="74038"/>
                  <a:pt x="143121" y="84051"/>
                </a:cubicBezTo>
                <a:cubicBezTo>
                  <a:pt x="141848" y="85524"/>
                  <a:pt x="139973" y="86093"/>
                  <a:pt x="138265" y="85725"/>
                </a:cubicBezTo>
                <a:lnTo>
                  <a:pt x="107156" y="85725"/>
                </a:lnTo>
                <a:cubicBezTo>
                  <a:pt x="101229" y="85725"/>
                  <a:pt x="96441" y="90514"/>
                  <a:pt x="96441" y="96441"/>
                </a:cubicBezTo>
                <a:cubicBezTo>
                  <a:pt x="96441" y="102368"/>
                  <a:pt x="101229" y="107156"/>
                  <a:pt x="107156" y="107156"/>
                </a:cubicBezTo>
                <a:lnTo>
                  <a:pt x="139303" y="107156"/>
                </a:lnTo>
                <a:cubicBezTo>
                  <a:pt x="157051" y="107156"/>
                  <a:pt x="171450" y="121555"/>
                  <a:pt x="171450" y="139303"/>
                </a:cubicBezTo>
                <a:cubicBezTo>
                  <a:pt x="171450" y="157051"/>
                  <a:pt x="157051" y="171450"/>
                  <a:pt x="139303" y="171450"/>
                </a:cubicBezTo>
                <a:lnTo>
                  <a:pt x="46747" y="171450"/>
                </a:lnTo>
                <a:cubicBezTo>
                  <a:pt x="49660" y="168135"/>
                  <a:pt x="53210" y="163882"/>
                  <a:pt x="56793" y="159127"/>
                </a:cubicBezTo>
                <a:cubicBezTo>
                  <a:pt x="58902" y="156314"/>
                  <a:pt x="61079" y="153233"/>
                  <a:pt x="63155" y="150019"/>
                </a:cubicBezTo>
                <a:lnTo>
                  <a:pt x="139303" y="150019"/>
                </a:lnTo>
                <a:cubicBezTo>
                  <a:pt x="145230" y="150019"/>
                  <a:pt x="150019" y="145230"/>
                  <a:pt x="150019" y="139303"/>
                </a:cubicBezTo>
                <a:cubicBezTo>
                  <a:pt x="150019" y="133376"/>
                  <a:pt x="145230" y="128588"/>
                  <a:pt x="139303" y="128588"/>
                </a:cubicBezTo>
                <a:lnTo>
                  <a:pt x="107156" y="128588"/>
                </a:lnTo>
                <a:cubicBezTo>
                  <a:pt x="89408" y="128588"/>
                  <a:pt x="75009" y="114188"/>
                  <a:pt x="75009" y="96441"/>
                </a:cubicBezTo>
                <a:cubicBezTo>
                  <a:pt x="75009" y="78693"/>
                  <a:pt x="89408" y="64294"/>
                  <a:pt x="107156" y="64294"/>
                </a:cubicBezTo>
                <a:lnTo>
                  <a:pt x="120484" y="64294"/>
                </a:lnTo>
                <a:cubicBezTo>
                  <a:pt x="113452" y="53746"/>
                  <a:pt x="107156" y="41624"/>
                  <a:pt x="107156" y="32147"/>
                </a:cubicBezTo>
                <a:cubicBezTo>
                  <a:pt x="107156" y="14399"/>
                  <a:pt x="121555" y="0"/>
                  <a:pt x="139303" y="0"/>
                </a:cubicBezTo>
                <a:cubicBezTo>
                  <a:pt x="157051" y="0"/>
                  <a:pt x="171450" y="14399"/>
                  <a:pt x="171450" y="32147"/>
                </a:cubicBezTo>
                <a:close/>
                <a:moveTo>
                  <a:pt x="39212" y="163782"/>
                </a:moveTo>
                <a:cubicBezTo>
                  <a:pt x="37940" y="165222"/>
                  <a:pt x="36801" y="166494"/>
                  <a:pt x="35830" y="167566"/>
                </a:cubicBezTo>
                <a:lnTo>
                  <a:pt x="35228" y="168235"/>
                </a:lnTo>
                <a:lnTo>
                  <a:pt x="35161" y="168168"/>
                </a:lnTo>
                <a:cubicBezTo>
                  <a:pt x="33151" y="169709"/>
                  <a:pt x="30272" y="169508"/>
                  <a:pt x="28463" y="167566"/>
                </a:cubicBezTo>
                <a:cubicBezTo>
                  <a:pt x="20025" y="158390"/>
                  <a:pt x="0" y="134782"/>
                  <a:pt x="0" y="117872"/>
                </a:cubicBezTo>
                <a:cubicBezTo>
                  <a:pt x="0" y="100124"/>
                  <a:pt x="14399" y="85725"/>
                  <a:pt x="32147" y="85725"/>
                </a:cubicBezTo>
                <a:cubicBezTo>
                  <a:pt x="49895" y="85725"/>
                  <a:pt x="64294" y="100124"/>
                  <a:pt x="64294" y="117872"/>
                </a:cubicBezTo>
                <a:cubicBezTo>
                  <a:pt x="64294" y="127918"/>
                  <a:pt x="57228" y="140308"/>
                  <a:pt x="49727" y="150655"/>
                </a:cubicBezTo>
                <a:cubicBezTo>
                  <a:pt x="46144" y="155577"/>
                  <a:pt x="42461" y="160031"/>
                  <a:pt x="39413" y="163547"/>
                </a:cubicBezTo>
                <a:lnTo>
                  <a:pt x="39212" y="163782"/>
                </a:lnTo>
                <a:close/>
                <a:moveTo>
                  <a:pt x="42863" y="117872"/>
                </a:moveTo>
                <a:cubicBezTo>
                  <a:pt x="42863" y="111958"/>
                  <a:pt x="38061" y="107156"/>
                  <a:pt x="32147" y="107156"/>
                </a:cubicBezTo>
                <a:cubicBezTo>
                  <a:pt x="26233" y="107156"/>
                  <a:pt x="21431" y="111958"/>
                  <a:pt x="21431" y="117872"/>
                </a:cubicBezTo>
                <a:cubicBezTo>
                  <a:pt x="21431" y="123786"/>
                  <a:pt x="26233" y="128588"/>
                  <a:pt x="32147" y="128588"/>
                </a:cubicBezTo>
                <a:cubicBezTo>
                  <a:pt x="38061" y="128588"/>
                  <a:pt x="42863" y="123786"/>
                  <a:pt x="42863" y="117872"/>
                </a:cubicBezTo>
                <a:close/>
                <a:moveTo>
                  <a:pt x="139303" y="42863"/>
                </a:moveTo>
                <a:cubicBezTo>
                  <a:pt x="145217" y="42863"/>
                  <a:pt x="150019" y="38061"/>
                  <a:pt x="150019" y="32147"/>
                </a:cubicBezTo>
                <a:cubicBezTo>
                  <a:pt x="150019" y="26233"/>
                  <a:pt x="145217" y="21431"/>
                  <a:pt x="139303" y="21431"/>
                </a:cubicBezTo>
                <a:cubicBezTo>
                  <a:pt x="133389" y="21431"/>
                  <a:pt x="128588" y="26233"/>
                  <a:pt x="128588" y="32147"/>
                </a:cubicBezTo>
                <a:cubicBezTo>
                  <a:pt x="128588" y="38061"/>
                  <a:pt x="133389" y="42863"/>
                  <a:pt x="139303" y="42863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3838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3952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 → Mint → Verify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85863"/>
            <a:ext cx="3695700" cy="2562225"/>
          </a:xfrm>
          <a:custGeom>
            <a:avLst/>
            <a:gdLst/>
            <a:ahLst/>
            <a:cxnLst/>
            <a:rect l="l" t="t" r="r" b="b"/>
            <a:pathLst>
              <a:path w="3695700" h="2562225">
                <a:moveTo>
                  <a:pt x="114301" y="0"/>
                </a:moveTo>
                <a:lnTo>
                  <a:pt x="3581399" y="0"/>
                </a:lnTo>
                <a:cubicBezTo>
                  <a:pt x="3644526" y="0"/>
                  <a:pt x="3695700" y="51174"/>
                  <a:pt x="3695700" y="114301"/>
                </a:cubicBezTo>
                <a:lnTo>
                  <a:pt x="3695700" y="2447924"/>
                </a:lnTo>
                <a:cubicBezTo>
                  <a:pt x="3695700" y="2511051"/>
                  <a:pt x="3644526" y="2562225"/>
                  <a:pt x="3581399" y="2562225"/>
                </a:cubicBezTo>
                <a:lnTo>
                  <a:pt x="114301" y="2562225"/>
                </a:lnTo>
                <a:cubicBezTo>
                  <a:pt x="51174" y="2562225"/>
                  <a:pt x="0" y="2511051"/>
                  <a:pt x="0" y="24479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8" name="Text 6"/>
          <p:cNvSpPr/>
          <p:nvPr/>
        </p:nvSpPr>
        <p:spPr>
          <a:xfrm>
            <a:off x="744289" y="1438275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6325" y="1438275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5788" y="2033588"/>
            <a:ext cx="3295650" cy="1057275"/>
          </a:xfrm>
          <a:custGeom>
            <a:avLst/>
            <a:gdLst/>
            <a:ahLst/>
            <a:cxnLst/>
            <a:rect l="l" t="t" r="r" b="b"/>
            <a:pathLst>
              <a:path w="3295650" h="1057275">
                <a:moveTo>
                  <a:pt x="76198" y="0"/>
                </a:moveTo>
                <a:lnTo>
                  <a:pt x="3219452" y="0"/>
                </a:lnTo>
                <a:cubicBezTo>
                  <a:pt x="3261535" y="0"/>
                  <a:pt x="3295650" y="34115"/>
                  <a:pt x="3295650" y="76198"/>
                </a:cubicBezTo>
                <a:lnTo>
                  <a:pt x="3295650" y="981077"/>
                </a:lnTo>
                <a:cubicBezTo>
                  <a:pt x="3295650" y="1023160"/>
                  <a:pt x="3261535" y="1057275"/>
                  <a:pt x="321945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06575" y="2333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3142" y="57864"/>
                </a:moveTo>
                <a:lnTo>
                  <a:pt x="123855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33345" y="85725"/>
                </a:lnTo>
                <a:lnTo>
                  <a:pt x="324058" y="57864"/>
                </a:lnTo>
                <a:cubicBezTo>
                  <a:pt x="318254" y="40362"/>
                  <a:pt x="301913" y="28575"/>
                  <a:pt x="283428" y="28575"/>
                </a:cubicBezTo>
                <a:lnTo>
                  <a:pt x="173772" y="28575"/>
                </a:lnTo>
                <a:cubicBezTo>
                  <a:pt x="155287" y="28575"/>
                  <a:pt x="138946" y="40362"/>
                  <a:pt x="133142" y="57864"/>
                </a:cubicBezTo>
                <a:close/>
                <a:moveTo>
                  <a:pt x="228600" y="171450"/>
                </a:moveTo>
                <a:cubicBezTo>
                  <a:pt x="275913" y="171450"/>
                  <a:pt x="314325" y="209862"/>
                  <a:pt x="314325" y="257175"/>
                </a:cubicBezTo>
                <a:cubicBezTo>
                  <a:pt x="314325" y="304488"/>
                  <a:pt x="275913" y="342900"/>
                  <a:pt x="228600" y="342900"/>
                </a:cubicBezTo>
                <a:cubicBezTo>
                  <a:pt x="181287" y="342900"/>
                  <a:pt x="142875" y="304488"/>
                  <a:pt x="142875" y="257175"/>
                </a:cubicBezTo>
                <a:cubicBezTo>
                  <a:pt x="142875" y="209862"/>
                  <a:pt x="181287" y="171450"/>
                  <a:pt x="228600" y="17145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1025" y="3362325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photo with native camera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6513" y="1185863"/>
            <a:ext cx="3695700" cy="2562225"/>
          </a:xfrm>
          <a:custGeom>
            <a:avLst/>
            <a:gdLst/>
            <a:ahLst/>
            <a:cxnLst/>
            <a:rect l="l" t="t" r="r" b="b"/>
            <a:pathLst>
              <a:path w="3695700" h="2562225">
                <a:moveTo>
                  <a:pt x="114301" y="0"/>
                </a:moveTo>
                <a:lnTo>
                  <a:pt x="3581399" y="0"/>
                </a:lnTo>
                <a:cubicBezTo>
                  <a:pt x="3644526" y="0"/>
                  <a:pt x="3695700" y="51174"/>
                  <a:pt x="3695700" y="114301"/>
                </a:cubicBezTo>
                <a:lnTo>
                  <a:pt x="3695700" y="2447924"/>
                </a:lnTo>
                <a:cubicBezTo>
                  <a:pt x="3695700" y="2511051"/>
                  <a:pt x="3644526" y="2562225"/>
                  <a:pt x="3581399" y="2562225"/>
                </a:cubicBezTo>
                <a:lnTo>
                  <a:pt x="114301" y="2562225"/>
                </a:lnTo>
                <a:cubicBezTo>
                  <a:pt x="51174" y="2562225"/>
                  <a:pt x="0" y="2511051"/>
                  <a:pt x="0" y="24479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177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88594" y="1438275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075" y="1438275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Mint Screen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6538" y="2033588"/>
            <a:ext cx="3295650" cy="1057275"/>
          </a:xfrm>
          <a:custGeom>
            <a:avLst/>
            <a:gdLst/>
            <a:ahLst/>
            <a:cxnLst/>
            <a:rect l="l" t="t" r="r" b="b"/>
            <a:pathLst>
              <a:path w="3295650" h="1057275">
                <a:moveTo>
                  <a:pt x="76198" y="0"/>
                </a:moveTo>
                <a:lnTo>
                  <a:pt x="3219452" y="0"/>
                </a:lnTo>
                <a:cubicBezTo>
                  <a:pt x="3261535" y="0"/>
                  <a:pt x="3295650" y="34115"/>
                  <a:pt x="3295650" y="76198"/>
                </a:cubicBezTo>
                <a:lnTo>
                  <a:pt x="3295650" y="981077"/>
                </a:lnTo>
                <a:cubicBezTo>
                  <a:pt x="3295650" y="1023160"/>
                  <a:pt x="3261535" y="1057275"/>
                  <a:pt x="321945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67326" y="2333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1124" y="19377"/>
                </a:moveTo>
                <a:cubicBezTo>
                  <a:pt x="401568" y="-179"/>
                  <a:pt x="369957" y="-179"/>
                  <a:pt x="350401" y="19377"/>
                </a:cubicBezTo>
                <a:lnTo>
                  <a:pt x="328613" y="41166"/>
                </a:lnTo>
                <a:lnTo>
                  <a:pt x="416034" y="128588"/>
                </a:lnTo>
                <a:lnTo>
                  <a:pt x="437823" y="106799"/>
                </a:lnTo>
                <a:cubicBezTo>
                  <a:pt x="457379" y="87243"/>
                  <a:pt x="457379" y="55632"/>
                  <a:pt x="437823" y="36076"/>
                </a:cubicBezTo>
                <a:lnTo>
                  <a:pt x="421124" y="19377"/>
                </a:lnTo>
                <a:close/>
                <a:moveTo>
                  <a:pt x="153948" y="215831"/>
                </a:moveTo>
                <a:cubicBezTo>
                  <a:pt x="148501" y="221278"/>
                  <a:pt x="144304" y="227975"/>
                  <a:pt x="141893" y="235387"/>
                </a:cubicBezTo>
                <a:lnTo>
                  <a:pt x="115461" y="314682"/>
                </a:lnTo>
                <a:cubicBezTo>
                  <a:pt x="112871" y="322362"/>
                  <a:pt x="114925" y="330845"/>
                  <a:pt x="120640" y="336649"/>
                </a:cubicBezTo>
                <a:cubicBezTo>
                  <a:pt x="126355" y="342454"/>
                  <a:pt x="134838" y="344418"/>
                  <a:pt x="142607" y="341828"/>
                </a:cubicBezTo>
                <a:lnTo>
                  <a:pt x="221903" y="315397"/>
                </a:lnTo>
                <a:cubicBezTo>
                  <a:pt x="229225" y="312986"/>
                  <a:pt x="235922" y="308789"/>
                  <a:pt x="241459" y="303341"/>
                </a:cubicBezTo>
                <a:lnTo>
                  <a:pt x="385763" y="158859"/>
                </a:lnTo>
                <a:lnTo>
                  <a:pt x="298341" y="71438"/>
                </a:lnTo>
                <a:lnTo>
                  <a:pt x="153948" y="215831"/>
                </a:lnTo>
                <a:close/>
                <a:moveTo>
                  <a:pt x="85725" y="57150"/>
                </a:moveTo>
                <a:cubicBezTo>
                  <a:pt x="38398" y="57150"/>
                  <a:pt x="0" y="95548"/>
                  <a:pt x="0" y="142875"/>
                </a:cubicBezTo>
                <a:lnTo>
                  <a:pt x="0" y="371475"/>
                </a:lnTo>
                <a:cubicBezTo>
                  <a:pt x="0" y="418802"/>
                  <a:pt x="38398" y="457200"/>
                  <a:pt x="85725" y="457200"/>
                </a:cubicBezTo>
                <a:lnTo>
                  <a:pt x="314325" y="457200"/>
                </a:lnTo>
                <a:cubicBezTo>
                  <a:pt x="361652" y="457200"/>
                  <a:pt x="400050" y="418802"/>
                  <a:pt x="400050" y="371475"/>
                </a:cubicBezTo>
                <a:lnTo>
                  <a:pt x="400050" y="285750"/>
                </a:lnTo>
                <a:cubicBezTo>
                  <a:pt x="400050" y="269944"/>
                  <a:pt x="387281" y="257175"/>
                  <a:pt x="371475" y="257175"/>
                </a:cubicBezTo>
                <a:cubicBezTo>
                  <a:pt x="355669" y="257175"/>
                  <a:pt x="342900" y="269944"/>
                  <a:pt x="342900" y="285750"/>
                </a:cubicBezTo>
                <a:lnTo>
                  <a:pt x="342900" y="371475"/>
                </a:lnTo>
                <a:cubicBezTo>
                  <a:pt x="342900" y="387281"/>
                  <a:pt x="330131" y="400050"/>
                  <a:pt x="314325" y="400050"/>
                </a:cubicBezTo>
                <a:lnTo>
                  <a:pt x="85725" y="400050"/>
                </a:lnTo>
                <a:cubicBezTo>
                  <a:pt x="69919" y="400050"/>
                  <a:pt x="57150" y="387281"/>
                  <a:pt x="57150" y="371475"/>
                </a:cubicBezTo>
                <a:lnTo>
                  <a:pt x="57150" y="142875"/>
                </a:lnTo>
                <a:cubicBezTo>
                  <a:pt x="57150" y="127069"/>
                  <a:pt x="69919" y="114300"/>
                  <a:pt x="85725" y="114300"/>
                </a:cubicBezTo>
                <a:lnTo>
                  <a:pt x="171450" y="114300"/>
                </a:lnTo>
                <a:cubicBezTo>
                  <a:pt x="187256" y="114300"/>
                  <a:pt x="200025" y="101531"/>
                  <a:pt x="200025" y="85725"/>
                </a:cubicBezTo>
                <a:cubicBezTo>
                  <a:pt x="200025" y="69919"/>
                  <a:pt x="187256" y="57150"/>
                  <a:pt x="171450" y="57150"/>
                </a:cubicBezTo>
                <a:lnTo>
                  <a:pt x="85725" y="57150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9" name="Text 17"/>
          <p:cNvSpPr/>
          <p:nvPr/>
        </p:nvSpPr>
        <p:spPr>
          <a:xfrm>
            <a:off x="4441775" y="3362325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title + tap Certify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7338" y="1185863"/>
            <a:ext cx="3695700" cy="2562225"/>
          </a:xfrm>
          <a:custGeom>
            <a:avLst/>
            <a:gdLst/>
            <a:ahLst/>
            <a:cxnLst/>
            <a:rect l="l" t="t" r="r" b="b"/>
            <a:pathLst>
              <a:path w="3695700" h="2562225">
                <a:moveTo>
                  <a:pt x="114301" y="0"/>
                </a:moveTo>
                <a:lnTo>
                  <a:pt x="3581399" y="0"/>
                </a:lnTo>
                <a:cubicBezTo>
                  <a:pt x="3644526" y="0"/>
                  <a:pt x="3695700" y="51174"/>
                  <a:pt x="3695700" y="114301"/>
                </a:cubicBezTo>
                <a:lnTo>
                  <a:pt x="3695700" y="2447924"/>
                </a:lnTo>
                <a:cubicBezTo>
                  <a:pt x="3695700" y="2511051"/>
                  <a:pt x="3644526" y="2562225"/>
                  <a:pt x="3581399" y="2562225"/>
                </a:cubicBezTo>
                <a:lnTo>
                  <a:pt x="114301" y="2562225"/>
                </a:lnTo>
                <a:cubicBezTo>
                  <a:pt x="51174" y="2562225"/>
                  <a:pt x="0" y="2511051"/>
                  <a:pt x="0" y="24479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600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2" name="Text 20"/>
          <p:cNvSpPr/>
          <p:nvPr/>
        </p:nvSpPr>
        <p:spPr>
          <a:xfrm>
            <a:off x="8447187" y="1438275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97900" y="1438275"/>
            <a:ext cx="58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Wallet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07363" y="2033588"/>
            <a:ext cx="3295650" cy="1057275"/>
          </a:xfrm>
          <a:custGeom>
            <a:avLst/>
            <a:gdLst/>
            <a:ahLst/>
            <a:cxnLst/>
            <a:rect l="l" t="t" r="r" b="b"/>
            <a:pathLst>
              <a:path w="3295650" h="1057275">
                <a:moveTo>
                  <a:pt x="76198" y="0"/>
                </a:moveTo>
                <a:lnTo>
                  <a:pt x="3219452" y="0"/>
                </a:lnTo>
                <a:cubicBezTo>
                  <a:pt x="3261535" y="0"/>
                  <a:pt x="3295650" y="34115"/>
                  <a:pt x="3295650" y="76198"/>
                </a:cubicBezTo>
                <a:lnTo>
                  <a:pt x="3295650" y="981077"/>
                </a:lnTo>
                <a:cubicBezTo>
                  <a:pt x="3295650" y="1023160"/>
                  <a:pt x="3261535" y="1057275"/>
                  <a:pt x="321945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14F195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28150" y="2333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228600"/>
                </a:moveTo>
                <a:cubicBezTo>
                  <a:pt x="42863" y="125998"/>
                  <a:pt x="125998" y="42863"/>
                  <a:pt x="228600" y="42863"/>
                </a:cubicBezTo>
                <a:cubicBezTo>
                  <a:pt x="284946" y="42863"/>
                  <a:pt x="335399" y="67955"/>
                  <a:pt x="369510" y="107603"/>
                </a:cubicBezTo>
                <a:cubicBezTo>
                  <a:pt x="377190" y="116622"/>
                  <a:pt x="390763" y="117604"/>
                  <a:pt x="399693" y="109924"/>
                </a:cubicBezTo>
                <a:cubicBezTo>
                  <a:pt x="408623" y="102245"/>
                  <a:pt x="409694" y="88672"/>
                  <a:pt x="402015" y="79742"/>
                </a:cubicBezTo>
                <a:cubicBezTo>
                  <a:pt x="360134" y="30897"/>
                  <a:pt x="297984" y="0"/>
                  <a:pt x="228600" y="0"/>
                </a:cubicBezTo>
                <a:cubicBezTo>
                  <a:pt x="102334" y="0"/>
                  <a:pt x="0" y="102334"/>
                  <a:pt x="0" y="228600"/>
                </a:cubicBezTo>
                <a:lnTo>
                  <a:pt x="0" y="264319"/>
                </a:lnTo>
                <a:cubicBezTo>
                  <a:pt x="0" y="276195"/>
                  <a:pt x="9555" y="285750"/>
                  <a:pt x="21431" y="285750"/>
                </a:cubicBezTo>
                <a:cubicBezTo>
                  <a:pt x="33308" y="285750"/>
                  <a:pt x="42863" y="276195"/>
                  <a:pt x="42863" y="264319"/>
                </a:cubicBezTo>
                <a:lnTo>
                  <a:pt x="42863" y="228600"/>
                </a:lnTo>
                <a:close/>
                <a:moveTo>
                  <a:pt x="452289" y="181362"/>
                </a:moveTo>
                <a:cubicBezTo>
                  <a:pt x="449878" y="169753"/>
                  <a:pt x="438448" y="162342"/>
                  <a:pt x="426928" y="164842"/>
                </a:cubicBezTo>
                <a:cubicBezTo>
                  <a:pt x="415409" y="167342"/>
                  <a:pt x="407908" y="178683"/>
                  <a:pt x="410408" y="190202"/>
                </a:cubicBezTo>
                <a:cubicBezTo>
                  <a:pt x="412998" y="202615"/>
                  <a:pt x="414427" y="215473"/>
                  <a:pt x="414427" y="228689"/>
                </a:cubicBezTo>
                <a:lnTo>
                  <a:pt x="414427" y="264408"/>
                </a:lnTo>
                <a:cubicBezTo>
                  <a:pt x="414427" y="276285"/>
                  <a:pt x="423982" y="285839"/>
                  <a:pt x="435858" y="285839"/>
                </a:cubicBezTo>
                <a:cubicBezTo>
                  <a:pt x="447735" y="285839"/>
                  <a:pt x="457289" y="276285"/>
                  <a:pt x="457289" y="264408"/>
                </a:cubicBezTo>
                <a:lnTo>
                  <a:pt x="457289" y="228689"/>
                </a:lnTo>
                <a:cubicBezTo>
                  <a:pt x="457289" y="212527"/>
                  <a:pt x="455593" y="196721"/>
                  <a:pt x="452378" y="181451"/>
                </a:cubicBezTo>
                <a:close/>
                <a:moveTo>
                  <a:pt x="228600" y="71438"/>
                </a:moveTo>
                <a:cubicBezTo>
                  <a:pt x="211634" y="71438"/>
                  <a:pt x="195203" y="74116"/>
                  <a:pt x="179933" y="79117"/>
                </a:cubicBezTo>
                <a:cubicBezTo>
                  <a:pt x="166360" y="83582"/>
                  <a:pt x="163235" y="100280"/>
                  <a:pt x="172522" y="111175"/>
                </a:cubicBezTo>
                <a:cubicBezTo>
                  <a:pt x="178862" y="118586"/>
                  <a:pt x="189309" y="120819"/>
                  <a:pt x="198775" y="118229"/>
                </a:cubicBezTo>
                <a:cubicBezTo>
                  <a:pt x="208240" y="115639"/>
                  <a:pt x="218242" y="114300"/>
                  <a:pt x="228600" y="114300"/>
                </a:cubicBezTo>
                <a:cubicBezTo>
                  <a:pt x="291733" y="114300"/>
                  <a:pt x="342900" y="165467"/>
                  <a:pt x="342900" y="228600"/>
                </a:cubicBezTo>
                <a:lnTo>
                  <a:pt x="342900" y="250835"/>
                </a:lnTo>
                <a:cubicBezTo>
                  <a:pt x="342900" y="273338"/>
                  <a:pt x="341561" y="295751"/>
                  <a:pt x="338971" y="318075"/>
                </a:cubicBezTo>
                <a:cubicBezTo>
                  <a:pt x="337453" y="331113"/>
                  <a:pt x="347365" y="342900"/>
                  <a:pt x="360581" y="342900"/>
                </a:cubicBezTo>
                <a:cubicBezTo>
                  <a:pt x="371118" y="342900"/>
                  <a:pt x="380137" y="335220"/>
                  <a:pt x="381387" y="324773"/>
                </a:cubicBezTo>
                <a:cubicBezTo>
                  <a:pt x="384334" y="300305"/>
                  <a:pt x="385852" y="275659"/>
                  <a:pt x="385852" y="250924"/>
                </a:cubicBezTo>
                <a:lnTo>
                  <a:pt x="385852" y="228689"/>
                </a:lnTo>
                <a:cubicBezTo>
                  <a:pt x="385852" y="141893"/>
                  <a:pt x="315486" y="71527"/>
                  <a:pt x="228689" y="71527"/>
                </a:cubicBezTo>
                <a:close/>
                <a:moveTo>
                  <a:pt x="134570" y="132784"/>
                </a:moveTo>
                <a:cubicBezTo>
                  <a:pt x="126444" y="123319"/>
                  <a:pt x="111978" y="122605"/>
                  <a:pt x="104299" y="132427"/>
                </a:cubicBezTo>
                <a:cubicBezTo>
                  <a:pt x="83671" y="159038"/>
                  <a:pt x="71437" y="192345"/>
                  <a:pt x="71437" y="228600"/>
                </a:cubicBezTo>
                <a:lnTo>
                  <a:pt x="71437" y="250835"/>
                </a:lnTo>
                <a:cubicBezTo>
                  <a:pt x="71437" y="272445"/>
                  <a:pt x="69116" y="294055"/>
                  <a:pt x="64472" y="315039"/>
                </a:cubicBezTo>
                <a:cubicBezTo>
                  <a:pt x="61436" y="328970"/>
                  <a:pt x="71527" y="342811"/>
                  <a:pt x="85814" y="342811"/>
                </a:cubicBezTo>
                <a:cubicBezTo>
                  <a:pt x="95190" y="342811"/>
                  <a:pt x="103584" y="336560"/>
                  <a:pt x="105638" y="327362"/>
                </a:cubicBezTo>
                <a:cubicBezTo>
                  <a:pt x="111353" y="302270"/>
                  <a:pt x="114300" y="276642"/>
                  <a:pt x="114300" y="250746"/>
                </a:cubicBezTo>
                <a:lnTo>
                  <a:pt x="114300" y="228511"/>
                </a:lnTo>
                <a:cubicBezTo>
                  <a:pt x="114300" y="204222"/>
                  <a:pt x="121890" y="181719"/>
                  <a:pt x="134749" y="163235"/>
                </a:cubicBezTo>
                <a:cubicBezTo>
                  <a:pt x="141178" y="153948"/>
                  <a:pt x="141893" y="141268"/>
                  <a:pt x="134570" y="132695"/>
                </a:cubicBezTo>
                <a:close/>
                <a:moveTo>
                  <a:pt x="228600" y="142875"/>
                </a:moveTo>
                <a:cubicBezTo>
                  <a:pt x="181273" y="142875"/>
                  <a:pt x="142875" y="181273"/>
                  <a:pt x="142875" y="228600"/>
                </a:cubicBezTo>
                <a:lnTo>
                  <a:pt x="142875" y="250835"/>
                </a:lnTo>
                <a:cubicBezTo>
                  <a:pt x="142875" y="282892"/>
                  <a:pt x="138767" y="314682"/>
                  <a:pt x="130552" y="345579"/>
                </a:cubicBezTo>
                <a:cubicBezTo>
                  <a:pt x="127159" y="358348"/>
                  <a:pt x="136535" y="371475"/>
                  <a:pt x="149751" y="371475"/>
                </a:cubicBezTo>
                <a:cubicBezTo>
                  <a:pt x="158234" y="371475"/>
                  <a:pt x="165735" y="365939"/>
                  <a:pt x="167967" y="357723"/>
                </a:cubicBezTo>
                <a:cubicBezTo>
                  <a:pt x="177344" y="322898"/>
                  <a:pt x="182166" y="287000"/>
                  <a:pt x="182166" y="250835"/>
                </a:cubicBezTo>
                <a:lnTo>
                  <a:pt x="182166" y="228600"/>
                </a:lnTo>
                <a:cubicBezTo>
                  <a:pt x="182166" y="202972"/>
                  <a:pt x="202972" y="182166"/>
                  <a:pt x="228600" y="182166"/>
                </a:cubicBezTo>
                <a:cubicBezTo>
                  <a:pt x="254228" y="182166"/>
                  <a:pt x="275034" y="202972"/>
                  <a:pt x="275034" y="228600"/>
                </a:cubicBezTo>
                <a:lnTo>
                  <a:pt x="275034" y="250835"/>
                </a:lnTo>
                <a:cubicBezTo>
                  <a:pt x="275034" y="283250"/>
                  <a:pt x="271909" y="315486"/>
                  <a:pt x="265748" y="347186"/>
                </a:cubicBezTo>
                <a:cubicBezTo>
                  <a:pt x="263336" y="359599"/>
                  <a:pt x="272623" y="371475"/>
                  <a:pt x="285214" y="371475"/>
                </a:cubicBezTo>
                <a:cubicBezTo>
                  <a:pt x="294323" y="371475"/>
                  <a:pt x="302181" y="365224"/>
                  <a:pt x="303967" y="356295"/>
                </a:cubicBezTo>
                <a:cubicBezTo>
                  <a:pt x="310842" y="321647"/>
                  <a:pt x="314325" y="286375"/>
                  <a:pt x="314325" y="250835"/>
                </a:cubicBezTo>
                <a:lnTo>
                  <a:pt x="314325" y="228600"/>
                </a:lnTo>
                <a:cubicBezTo>
                  <a:pt x="314325" y="181273"/>
                  <a:pt x="275927" y="142875"/>
                  <a:pt x="228600" y="142875"/>
                </a:cubicBezTo>
                <a:close/>
                <a:moveTo>
                  <a:pt x="250031" y="228600"/>
                </a:moveTo>
                <a:cubicBezTo>
                  <a:pt x="250031" y="216724"/>
                  <a:pt x="240476" y="207169"/>
                  <a:pt x="228600" y="207169"/>
                </a:cubicBezTo>
                <a:cubicBezTo>
                  <a:pt x="216724" y="207169"/>
                  <a:pt x="207169" y="216724"/>
                  <a:pt x="207169" y="228600"/>
                </a:cubicBezTo>
                <a:lnTo>
                  <a:pt x="207169" y="250835"/>
                </a:lnTo>
                <a:cubicBezTo>
                  <a:pt x="207169" y="304324"/>
                  <a:pt x="197346" y="357366"/>
                  <a:pt x="178147" y="407283"/>
                </a:cubicBezTo>
                <a:lnTo>
                  <a:pt x="172879" y="420945"/>
                </a:lnTo>
                <a:cubicBezTo>
                  <a:pt x="168592" y="432018"/>
                  <a:pt x="174129" y="444431"/>
                  <a:pt x="185202" y="448628"/>
                </a:cubicBezTo>
                <a:cubicBezTo>
                  <a:pt x="196275" y="452824"/>
                  <a:pt x="208687" y="447377"/>
                  <a:pt x="212884" y="436305"/>
                </a:cubicBezTo>
                <a:lnTo>
                  <a:pt x="218152" y="422642"/>
                </a:lnTo>
                <a:cubicBezTo>
                  <a:pt x="239226" y="367814"/>
                  <a:pt x="250031" y="309592"/>
                  <a:pt x="250031" y="250835"/>
                </a:cubicBezTo>
                <a:lnTo>
                  <a:pt x="250031" y="228600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600" y="3362325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Biometric authentication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3910013"/>
            <a:ext cx="3695700" cy="2562225"/>
          </a:xfrm>
          <a:custGeom>
            <a:avLst/>
            <a:gdLst/>
            <a:ahLst/>
            <a:cxnLst/>
            <a:rect l="l" t="t" r="r" b="b"/>
            <a:pathLst>
              <a:path w="3695700" h="2562225">
                <a:moveTo>
                  <a:pt x="114301" y="0"/>
                </a:moveTo>
                <a:lnTo>
                  <a:pt x="3581399" y="0"/>
                </a:lnTo>
                <a:cubicBezTo>
                  <a:pt x="3644526" y="0"/>
                  <a:pt x="3695700" y="51174"/>
                  <a:pt x="3695700" y="114301"/>
                </a:cubicBezTo>
                <a:lnTo>
                  <a:pt x="3695700" y="2447924"/>
                </a:lnTo>
                <a:cubicBezTo>
                  <a:pt x="3695700" y="2511051"/>
                  <a:pt x="3644526" y="2562225"/>
                  <a:pt x="3581399" y="2562225"/>
                </a:cubicBezTo>
                <a:lnTo>
                  <a:pt x="114301" y="2562225"/>
                </a:lnTo>
                <a:cubicBezTo>
                  <a:pt x="51174" y="2562225"/>
                  <a:pt x="0" y="2511051"/>
                  <a:pt x="0" y="24479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1025" y="4105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9" name="Text 27"/>
          <p:cNvSpPr/>
          <p:nvPr/>
        </p:nvSpPr>
        <p:spPr>
          <a:xfrm>
            <a:off x="727918" y="4162425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6325" y="4162425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5788" y="4757738"/>
            <a:ext cx="3295650" cy="1057275"/>
          </a:xfrm>
          <a:custGeom>
            <a:avLst/>
            <a:gdLst/>
            <a:ahLst/>
            <a:cxnLst/>
            <a:rect l="l" t="t" r="r" b="b"/>
            <a:pathLst>
              <a:path w="3295650" h="1057275">
                <a:moveTo>
                  <a:pt x="76198" y="0"/>
                </a:moveTo>
                <a:lnTo>
                  <a:pt x="3219452" y="0"/>
                </a:lnTo>
                <a:cubicBezTo>
                  <a:pt x="3261535" y="0"/>
                  <a:pt x="3295650" y="34115"/>
                  <a:pt x="3295650" y="76198"/>
                </a:cubicBezTo>
                <a:lnTo>
                  <a:pt x="3295650" y="981077"/>
                </a:lnTo>
                <a:cubicBezTo>
                  <a:pt x="3295650" y="1023160"/>
                  <a:pt x="3261535" y="1057275"/>
                  <a:pt x="321945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14F195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6575" y="5057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3" name="Text 31"/>
          <p:cNvSpPr/>
          <p:nvPr/>
        </p:nvSpPr>
        <p:spPr>
          <a:xfrm>
            <a:off x="581025" y="6086475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confirmed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46513" y="3910013"/>
            <a:ext cx="3695700" cy="2562225"/>
          </a:xfrm>
          <a:custGeom>
            <a:avLst/>
            <a:gdLst/>
            <a:ahLst/>
            <a:cxnLst/>
            <a:rect l="l" t="t" r="r" b="b"/>
            <a:pathLst>
              <a:path w="3695700" h="2562225">
                <a:moveTo>
                  <a:pt x="114301" y="0"/>
                </a:moveTo>
                <a:lnTo>
                  <a:pt x="3581399" y="0"/>
                </a:lnTo>
                <a:cubicBezTo>
                  <a:pt x="3644526" y="0"/>
                  <a:pt x="3695700" y="51174"/>
                  <a:pt x="3695700" y="114301"/>
                </a:cubicBezTo>
                <a:lnTo>
                  <a:pt x="3695700" y="2447924"/>
                </a:lnTo>
                <a:cubicBezTo>
                  <a:pt x="3695700" y="2511051"/>
                  <a:pt x="3644526" y="2562225"/>
                  <a:pt x="3581399" y="2562225"/>
                </a:cubicBezTo>
                <a:lnTo>
                  <a:pt x="114301" y="2562225"/>
                </a:lnTo>
                <a:cubicBezTo>
                  <a:pt x="51174" y="2562225"/>
                  <a:pt x="0" y="2511051"/>
                  <a:pt x="0" y="24479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41775" y="4105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86139" y="4162425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937075" y="4162425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46538" y="4757738"/>
            <a:ext cx="3295650" cy="1057275"/>
          </a:xfrm>
          <a:custGeom>
            <a:avLst/>
            <a:gdLst/>
            <a:ahLst/>
            <a:cxnLst/>
            <a:rect l="l" t="t" r="r" b="b"/>
            <a:pathLst>
              <a:path w="3295650" h="1057275">
                <a:moveTo>
                  <a:pt x="76198" y="0"/>
                </a:moveTo>
                <a:lnTo>
                  <a:pt x="3219452" y="0"/>
                </a:lnTo>
                <a:cubicBezTo>
                  <a:pt x="3261535" y="0"/>
                  <a:pt x="3295650" y="34115"/>
                  <a:pt x="3295650" y="76198"/>
                </a:cubicBezTo>
                <a:lnTo>
                  <a:pt x="3295650" y="981077"/>
                </a:lnTo>
                <a:cubicBezTo>
                  <a:pt x="3295650" y="1023160"/>
                  <a:pt x="3261535" y="1057275"/>
                  <a:pt x="321945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38751" y="5057775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13598" y="-7144"/>
                </a:moveTo>
                <a:cubicBezTo>
                  <a:pt x="208151" y="-12680"/>
                  <a:pt x="200204" y="-14913"/>
                  <a:pt x="192703" y="-12859"/>
                </a:cubicBezTo>
                <a:cubicBezTo>
                  <a:pt x="185202" y="-10805"/>
                  <a:pt x="179397" y="-5001"/>
                  <a:pt x="177522" y="2500"/>
                </a:cubicBezTo>
                <a:lnTo>
                  <a:pt x="163860" y="56257"/>
                </a:lnTo>
                <a:cubicBezTo>
                  <a:pt x="162877" y="60186"/>
                  <a:pt x="158859" y="62508"/>
                  <a:pt x="155019" y="61347"/>
                </a:cubicBezTo>
                <a:lnTo>
                  <a:pt x="101620" y="46345"/>
                </a:lnTo>
                <a:cubicBezTo>
                  <a:pt x="94119" y="44202"/>
                  <a:pt x="86082" y="46345"/>
                  <a:pt x="80635" y="51792"/>
                </a:cubicBezTo>
                <a:cubicBezTo>
                  <a:pt x="75188" y="57239"/>
                  <a:pt x="73045" y="65276"/>
                  <a:pt x="75188" y="72777"/>
                </a:cubicBezTo>
                <a:lnTo>
                  <a:pt x="90279" y="126176"/>
                </a:lnTo>
                <a:cubicBezTo>
                  <a:pt x="91351" y="130016"/>
                  <a:pt x="89029" y="134035"/>
                  <a:pt x="85189" y="135017"/>
                </a:cubicBezTo>
                <a:lnTo>
                  <a:pt x="31343" y="148679"/>
                </a:lnTo>
                <a:cubicBezTo>
                  <a:pt x="23842" y="150555"/>
                  <a:pt x="17949" y="156448"/>
                  <a:pt x="15895" y="163949"/>
                </a:cubicBezTo>
                <a:cubicBezTo>
                  <a:pt x="13841" y="171450"/>
                  <a:pt x="16073" y="179397"/>
                  <a:pt x="21610" y="184845"/>
                </a:cubicBezTo>
                <a:lnTo>
                  <a:pt x="61347" y="223510"/>
                </a:lnTo>
                <a:cubicBezTo>
                  <a:pt x="64204" y="226278"/>
                  <a:pt x="64204" y="230922"/>
                  <a:pt x="61347" y="233779"/>
                </a:cubicBezTo>
                <a:lnTo>
                  <a:pt x="21699" y="272445"/>
                </a:lnTo>
                <a:cubicBezTo>
                  <a:pt x="16163" y="277892"/>
                  <a:pt x="13930" y="285839"/>
                  <a:pt x="15984" y="293340"/>
                </a:cubicBezTo>
                <a:cubicBezTo>
                  <a:pt x="18038" y="300841"/>
                  <a:pt x="23932" y="306645"/>
                  <a:pt x="31433" y="308610"/>
                </a:cubicBezTo>
                <a:lnTo>
                  <a:pt x="85189" y="322272"/>
                </a:lnTo>
                <a:cubicBezTo>
                  <a:pt x="89118" y="323255"/>
                  <a:pt x="91440" y="327273"/>
                  <a:pt x="90279" y="331113"/>
                </a:cubicBezTo>
                <a:lnTo>
                  <a:pt x="75188" y="384423"/>
                </a:lnTo>
                <a:cubicBezTo>
                  <a:pt x="73045" y="391924"/>
                  <a:pt x="75188" y="399961"/>
                  <a:pt x="80635" y="405408"/>
                </a:cubicBezTo>
                <a:cubicBezTo>
                  <a:pt x="86082" y="410855"/>
                  <a:pt x="94119" y="412998"/>
                  <a:pt x="101620" y="410855"/>
                </a:cubicBezTo>
                <a:lnTo>
                  <a:pt x="155019" y="395764"/>
                </a:lnTo>
                <a:cubicBezTo>
                  <a:pt x="158859" y="394692"/>
                  <a:pt x="162877" y="397014"/>
                  <a:pt x="163860" y="400854"/>
                </a:cubicBezTo>
                <a:lnTo>
                  <a:pt x="177522" y="454610"/>
                </a:lnTo>
                <a:cubicBezTo>
                  <a:pt x="179397" y="462111"/>
                  <a:pt x="185291" y="468005"/>
                  <a:pt x="192792" y="470059"/>
                </a:cubicBezTo>
                <a:cubicBezTo>
                  <a:pt x="200293" y="472113"/>
                  <a:pt x="208240" y="469880"/>
                  <a:pt x="213687" y="464344"/>
                </a:cubicBezTo>
                <a:lnTo>
                  <a:pt x="252353" y="424607"/>
                </a:lnTo>
                <a:cubicBezTo>
                  <a:pt x="255121" y="421749"/>
                  <a:pt x="259765" y="421749"/>
                  <a:pt x="262622" y="424607"/>
                </a:cubicBezTo>
                <a:lnTo>
                  <a:pt x="301198" y="464344"/>
                </a:lnTo>
                <a:cubicBezTo>
                  <a:pt x="306645" y="469880"/>
                  <a:pt x="314593" y="472113"/>
                  <a:pt x="322094" y="470059"/>
                </a:cubicBezTo>
                <a:cubicBezTo>
                  <a:pt x="329595" y="468005"/>
                  <a:pt x="335399" y="462111"/>
                  <a:pt x="337364" y="454610"/>
                </a:cubicBezTo>
                <a:lnTo>
                  <a:pt x="351026" y="400943"/>
                </a:lnTo>
                <a:cubicBezTo>
                  <a:pt x="352008" y="397014"/>
                  <a:pt x="356027" y="394692"/>
                  <a:pt x="359866" y="395853"/>
                </a:cubicBezTo>
                <a:lnTo>
                  <a:pt x="413266" y="410944"/>
                </a:lnTo>
                <a:cubicBezTo>
                  <a:pt x="420767" y="413087"/>
                  <a:pt x="428804" y="410944"/>
                  <a:pt x="434251" y="405497"/>
                </a:cubicBezTo>
                <a:cubicBezTo>
                  <a:pt x="439698" y="400050"/>
                  <a:pt x="441841" y="392013"/>
                  <a:pt x="439698" y="384512"/>
                </a:cubicBezTo>
                <a:lnTo>
                  <a:pt x="424607" y="331113"/>
                </a:lnTo>
                <a:cubicBezTo>
                  <a:pt x="423535" y="327273"/>
                  <a:pt x="425857" y="323255"/>
                  <a:pt x="429697" y="322272"/>
                </a:cubicBezTo>
                <a:lnTo>
                  <a:pt x="483453" y="308610"/>
                </a:lnTo>
                <a:cubicBezTo>
                  <a:pt x="490954" y="306735"/>
                  <a:pt x="496848" y="300841"/>
                  <a:pt x="498902" y="293340"/>
                </a:cubicBezTo>
                <a:cubicBezTo>
                  <a:pt x="500955" y="285839"/>
                  <a:pt x="498723" y="277803"/>
                  <a:pt x="493187" y="272445"/>
                </a:cubicBezTo>
                <a:lnTo>
                  <a:pt x="453450" y="233779"/>
                </a:lnTo>
                <a:cubicBezTo>
                  <a:pt x="450592" y="231011"/>
                  <a:pt x="450592" y="226368"/>
                  <a:pt x="453450" y="223510"/>
                </a:cubicBezTo>
                <a:lnTo>
                  <a:pt x="493187" y="184845"/>
                </a:lnTo>
                <a:cubicBezTo>
                  <a:pt x="498723" y="179397"/>
                  <a:pt x="500955" y="171450"/>
                  <a:pt x="498902" y="163949"/>
                </a:cubicBezTo>
                <a:cubicBezTo>
                  <a:pt x="496848" y="156448"/>
                  <a:pt x="490954" y="150644"/>
                  <a:pt x="483453" y="148679"/>
                </a:cubicBezTo>
                <a:lnTo>
                  <a:pt x="429697" y="135017"/>
                </a:lnTo>
                <a:cubicBezTo>
                  <a:pt x="425768" y="134035"/>
                  <a:pt x="423446" y="130016"/>
                  <a:pt x="424607" y="126176"/>
                </a:cubicBezTo>
                <a:lnTo>
                  <a:pt x="439698" y="72777"/>
                </a:lnTo>
                <a:cubicBezTo>
                  <a:pt x="441841" y="65276"/>
                  <a:pt x="439698" y="57239"/>
                  <a:pt x="434251" y="51792"/>
                </a:cubicBezTo>
                <a:cubicBezTo>
                  <a:pt x="428804" y="46345"/>
                  <a:pt x="420767" y="44202"/>
                  <a:pt x="413266" y="46345"/>
                </a:cubicBezTo>
                <a:lnTo>
                  <a:pt x="359866" y="61436"/>
                </a:lnTo>
                <a:cubicBezTo>
                  <a:pt x="356027" y="62508"/>
                  <a:pt x="352008" y="60186"/>
                  <a:pt x="351026" y="56346"/>
                </a:cubicBezTo>
                <a:lnTo>
                  <a:pt x="337364" y="2500"/>
                </a:lnTo>
                <a:cubicBezTo>
                  <a:pt x="335488" y="-5001"/>
                  <a:pt x="329595" y="-10894"/>
                  <a:pt x="322094" y="-12948"/>
                </a:cubicBezTo>
                <a:cubicBezTo>
                  <a:pt x="314593" y="-15002"/>
                  <a:pt x="306645" y="-12769"/>
                  <a:pt x="301198" y="-7233"/>
                </a:cubicBezTo>
                <a:lnTo>
                  <a:pt x="262533" y="32593"/>
                </a:lnTo>
                <a:cubicBezTo>
                  <a:pt x="259765" y="35451"/>
                  <a:pt x="255121" y="35451"/>
                  <a:pt x="252264" y="32593"/>
                </a:cubicBezTo>
                <a:lnTo>
                  <a:pt x="213598" y="-7144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0" name="Text 38"/>
          <p:cNvSpPr/>
          <p:nvPr/>
        </p:nvSpPr>
        <p:spPr>
          <a:xfrm>
            <a:off x="4441775" y="6086475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proof details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7338" y="3910013"/>
            <a:ext cx="3695700" cy="2562225"/>
          </a:xfrm>
          <a:custGeom>
            <a:avLst/>
            <a:gdLst/>
            <a:ahLst/>
            <a:cxnLst/>
            <a:rect l="l" t="t" r="r" b="b"/>
            <a:pathLst>
              <a:path w="3695700" h="2562225">
                <a:moveTo>
                  <a:pt x="114301" y="0"/>
                </a:moveTo>
                <a:lnTo>
                  <a:pt x="3581399" y="0"/>
                </a:lnTo>
                <a:cubicBezTo>
                  <a:pt x="3644526" y="0"/>
                  <a:pt x="3695700" y="51174"/>
                  <a:pt x="3695700" y="114301"/>
                </a:cubicBezTo>
                <a:lnTo>
                  <a:pt x="3695700" y="2447924"/>
                </a:lnTo>
                <a:cubicBezTo>
                  <a:pt x="3695700" y="2511051"/>
                  <a:pt x="3644526" y="2562225"/>
                  <a:pt x="3581399" y="2562225"/>
                </a:cubicBezTo>
                <a:lnTo>
                  <a:pt x="114301" y="2562225"/>
                </a:lnTo>
                <a:cubicBezTo>
                  <a:pt x="51174" y="2562225"/>
                  <a:pt x="0" y="2511051"/>
                  <a:pt x="0" y="24479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02600" y="4105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5847" y="4162425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97900" y="4162425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07363" y="4757738"/>
            <a:ext cx="3295650" cy="1057275"/>
          </a:xfrm>
          <a:custGeom>
            <a:avLst/>
            <a:gdLst/>
            <a:ahLst/>
            <a:cxnLst/>
            <a:rect l="l" t="t" r="r" b="b"/>
            <a:pathLst>
              <a:path w="3295650" h="1057275">
                <a:moveTo>
                  <a:pt x="76198" y="0"/>
                </a:moveTo>
                <a:lnTo>
                  <a:pt x="3219452" y="0"/>
                </a:lnTo>
                <a:cubicBezTo>
                  <a:pt x="3261535" y="0"/>
                  <a:pt x="3295650" y="34115"/>
                  <a:pt x="3295650" y="76198"/>
                </a:cubicBezTo>
                <a:lnTo>
                  <a:pt x="3295650" y="981077"/>
                </a:lnTo>
                <a:cubicBezTo>
                  <a:pt x="3295650" y="1023160"/>
                  <a:pt x="3261535" y="1057275"/>
                  <a:pt x="3219452" y="1057275"/>
                </a:cubicBezTo>
                <a:lnTo>
                  <a:pt x="76198" y="1057275"/>
                </a:lnTo>
                <a:cubicBezTo>
                  <a:pt x="34115" y="1057275"/>
                  <a:pt x="0" y="1023160"/>
                  <a:pt x="0" y="98107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28150" y="5057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7" name="Text 45"/>
          <p:cNvSpPr/>
          <p:nvPr/>
        </p:nvSpPr>
        <p:spPr>
          <a:xfrm>
            <a:off x="8302600" y="6086475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Solana Explorer + hashes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9587" y="5619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358" y="21431"/>
                </a:moveTo>
                <a:cubicBezTo>
                  <a:pt x="5358" y="9611"/>
                  <a:pt x="14968" y="0"/>
                  <a:pt x="26789" y="0"/>
                </a:cubicBezTo>
                <a:lnTo>
                  <a:pt x="101798" y="0"/>
                </a:lnTo>
                <a:cubicBezTo>
                  <a:pt x="113619" y="0"/>
                  <a:pt x="123230" y="9611"/>
                  <a:pt x="123230" y="21431"/>
                </a:cubicBezTo>
                <a:lnTo>
                  <a:pt x="123230" y="150019"/>
                </a:lnTo>
                <a:cubicBezTo>
                  <a:pt x="123230" y="161839"/>
                  <a:pt x="113619" y="171450"/>
                  <a:pt x="101798" y="171450"/>
                </a:cubicBezTo>
                <a:lnTo>
                  <a:pt x="26789" y="171450"/>
                </a:lnTo>
                <a:cubicBezTo>
                  <a:pt x="14968" y="171450"/>
                  <a:pt x="5358" y="161839"/>
                  <a:pt x="5358" y="150019"/>
                </a:cubicBezTo>
                <a:lnTo>
                  <a:pt x="5358" y="21431"/>
                </a:lnTo>
                <a:close/>
                <a:moveTo>
                  <a:pt x="26789" y="21431"/>
                </a:moveTo>
                <a:lnTo>
                  <a:pt x="26789" y="123230"/>
                </a:lnTo>
                <a:lnTo>
                  <a:pt x="101798" y="123230"/>
                </a:lnTo>
                <a:lnTo>
                  <a:pt x="101798" y="21431"/>
                </a:lnTo>
                <a:lnTo>
                  <a:pt x="26789" y="21431"/>
                </a:lnTo>
                <a:close/>
                <a:moveTo>
                  <a:pt x="64294" y="158055"/>
                </a:moveTo>
                <a:cubicBezTo>
                  <a:pt x="70221" y="158055"/>
                  <a:pt x="75009" y="153267"/>
                  <a:pt x="75009" y="147340"/>
                </a:cubicBezTo>
                <a:cubicBezTo>
                  <a:pt x="75009" y="141413"/>
                  <a:pt x="70221" y="136624"/>
                  <a:pt x="64294" y="136624"/>
                </a:cubicBezTo>
                <a:cubicBezTo>
                  <a:pt x="58367" y="136624"/>
                  <a:pt x="53578" y="141413"/>
                  <a:pt x="53578" y="147340"/>
                </a:cubicBezTo>
                <a:cubicBezTo>
                  <a:pt x="53578" y="153267"/>
                  <a:pt x="58367" y="158055"/>
                  <a:pt x="64294" y="158055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474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Integration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485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for the Seeker Community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85863"/>
            <a:ext cx="5610225" cy="1495425"/>
          </a:xfrm>
          <a:custGeom>
            <a:avLst/>
            <a:gdLst/>
            <a:ahLst/>
            <a:cxnLst/>
            <a:rect l="l" t="t" r="r" b="b"/>
            <a:pathLst>
              <a:path w="5610225" h="1495425">
                <a:moveTo>
                  <a:pt x="114295" y="0"/>
                </a:moveTo>
                <a:lnTo>
                  <a:pt x="5495930" y="0"/>
                </a:lnTo>
                <a:cubicBezTo>
                  <a:pt x="5559053" y="0"/>
                  <a:pt x="5610225" y="51172"/>
                  <a:pt x="5610225" y="114295"/>
                </a:cubicBezTo>
                <a:lnTo>
                  <a:pt x="5610225" y="1381130"/>
                </a:lnTo>
                <a:cubicBezTo>
                  <a:pt x="5610225" y="1444253"/>
                  <a:pt x="5559053" y="1495425"/>
                  <a:pt x="549593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8" name="Shape 6"/>
          <p:cNvSpPr/>
          <p:nvPr/>
        </p:nvSpPr>
        <p:spPr>
          <a:xfrm>
            <a:off x="71437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1438"/>
                </a:lnTo>
                <a:cubicBezTo>
                  <a:pt x="190500" y="58303"/>
                  <a:pt x="179822" y="47625"/>
                  <a:pt x="166688" y="47625"/>
                </a:cubicBezTo>
                <a:lnTo>
                  <a:pt x="26789" y="47625"/>
                </a:lnTo>
                <a:cubicBezTo>
                  <a:pt x="21841" y="47625"/>
                  <a:pt x="17859" y="43644"/>
                  <a:pt x="17859" y="38695"/>
                </a:cubicBezTo>
                <a:cubicBezTo>
                  <a:pt x="17859" y="33747"/>
                  <a:pt x="21841" y="29766"/>
                  <a:pt x="26789" y="29766"/>
                </a:cubicBezTo>
                <a:lnTo>
                  <a:pt x="169664" y="29766"/>
                </a:lnTo>
                <a:cubicBezTo>
                  <a:pt x="174613" y="29766"/>
                  <a:pt x="178594" y="25784"/>
                  <a:pt x="178594" y="20836"/>
                </a:cubicBezTo>
                <a:cubicBezTo>
                  <a:pt x="178594" y="15887"/>
                  <a:pt x="174613" y="11906"/>
                  <a:pt x="169664" y="11906"/>
                </a:cubicBezTo>
                <a:lnTo>
                  <a:pt x="23812" y="11906"/>
                </a:lnTo>
                <a:close/>
                <a:moveTo>
                  <a:pt x="154781" y="95250"/>
                </a:moveTo>
                <a:cubicBezTo>
                  <a:pt x="161352" y="95250"/>
                  <a:pt x="166688" y="100585"/>
                  <a:pt x="166688" y="107156"/>
                </a:cubicBezTo>
                <a:cubicBezTo>
                  <a:pt x="166688" y="113727"/>
                  <a:pt x="161352" y="119063"/>
                  <a:pt x="154781" y="119063"/>
                </a:cubicBezTo>
                <a:cubicBezTo>
                  <a:pt x="148210" y="119063"/>
                  <a:pt x="142875" y="113727"/>
                  <a:pt x="142875" y="107156"/>
                </a:cubicBezTo>
                <a:cubicBezTo>
                  <a:pt x="142875" y="100585"/>
                  <a:pt x="148210" y="95250"/>
                  <a:pt x="154781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1381125"/>
            <a:ext cx="259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Wallet Adapter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19200" y="17811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1" name="Text 9"/>
          <p:cNvSpPr/>
          <p:nvPr/>
        </p:nvSpPr>
        <p:spPr>
          <a:xfrm>
            <a:off x="1457325" y="1762125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Phantom/Solflare integration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19200" y="20478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3" name="Text 11"/>
          <p:cNvSpPr/>
          <p:nvPr/>
        </p:nvSpPr>
        <p:spPr>
          <a:xfrm>
            <a:off x="1457325" y="2028825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seed phrase typing on mobile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19200" y="23145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5" name="Text 13"/>
          <p:cNvSpPr/>
          <p:nvPr/>
        </p:nvSpPr>
        <p:spPr>
          <a:xfrm>
            <a:off x="1457325" y="2295525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Biometric auth for every transaction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2843213"/>
            <a:ext cx="5610225" cy="1495425"/>
          </a:xfrm>
          <a:custGeom>
            <a:avLst/>
            <a:gdLst/>
            <a:ahLst/>
            <a:cxnLst/>
            <a:rect l="l" t="t" r="r" b="b"/>
            <a:pathLst>
              <a:path w="5610225" h="1495425">
                <a:moveTo>
                  <a:pt x="114295" y="0"/>
                </a:moveTo>
                <a:lnTo>
                  <a:pt x="5495930" y="0"/>
                </a:lnTo>
                <a:cubicBezTo>
                  <a:pt x="5559053" y="0"/>
                  <a:pt x="5610225" y="51172"/>
                  <a:pt x="5610225" y="114295"/>
                </a:cubicBezTo>
                <a:lnTo>
                  <a:pt x="5610225" y="1381130"/>
                </a:lnTo>
                <a:cubicBezTo>
                  <a:pt x="5610225" y="1444253"/>
                  <a:pt x="5559053" y="1495425"/>
                  <a:pt x="549593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025" y="3038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8" name="Shape 16"/>
          <p:cNvSpPr/>
          <p:nvPr/>
        </p:nvSpPr>
        <p:spPr>
          <a:xfrm>
            <a:off x="714375" y="3171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9664" y="83344"/>
                </a:moveTo>
                <a:lnTo>
                  <a:pt x="116086" y="83344"/>
                </a:lnTo>
                <a:cubicBezTo>
                  <a:pt x="111137" y="83344"/>
                  <a:pt x="107156" y="79363"/>
                  <a:pt x="107156" y="74414"/>
                </a:cubicBezTo>
                <a:lnTo>
                  <a:pt x="107156" y="20836"/>
                </a:lnTo>
                <a:cubicBezTo>
                  <a:pt x="107156" y="17227"/>
                  <a:pt x="109314" y="13953"/>
                  <a:pt x="112663" y="12576"/>
                </a:cubicBezTo>
                <a:cubicBezTo>
                  <a:pt x="116012" y="11199"/>
                  <a:pt x="119844" y="11981"/>
                  <a:pt x="122411" y="14511"/>
                </a:cubicBezTo>
                <a:lnTo>
                  <a:pt x="137294" y="29394"/>
                </a:lnTo>
                <a:lnTo>
                  <a:pt x="164604" y="2084"/>
                </a:lnTo>
                <a:cubicBezTo>
                  <a:pt x="165943" y="744"/>
                  <a:pt x="167767" y="0"/>
                  <a:pt x="169664" y="0"/>
                </a:cubicBezTo>
                <a:cubicBezTo>
                  <a:pt x="171562" y="0"/>
                  <a:pt x="173385" y="744"/>
                  <a:pt x="174761" y="2121"/>
                </a:cubicBezTo>
                <a:lnTo>
                  <a:pt x="188416" y="15776"/>
                </a:lnTo>
                <a:cubicBezTo>
                  <a:pt x="189756" y="17115"/>
                  <a:pt x="190500" y="18938"/>
                  <a:pt x="190500" y="20836"/>
                </a:cubicBezTo>
                <a:cubicBezTo>
                  <a:pt x="190500" y="22733"/>
                  <a:pt x="189756" y="24557"/>
                  <a:pt x="188379" y="25933"/>
                </a:cubicBezTo>
                <a:lnTo>
                  <a:pt x="161106" y="53206"/>
                </a:lnTo>
                <a:lnTo>
                  <a:pt x="175989" y="68089"/>
                </a:lnTo>
                <a:cubicBezTo>
                  <a:pt x="178557" y="70656"/>
                  <a:pt x="179301" y="74488"/>
                  <a:pt x="177924" y="77837"/>
                </a:cubicBezTo>
                <a:cubicBezTo>
                  <a:pt x="176547" y="81186"/>
                  <a:pt x="173273" y="83344"/>
                  <a:pt x="169664" y="83344"/>
                </a:cubicBezTo>
                <a:close/>
                <a:moveTo>
                  <a:pt x="169664" y="107156"/>
                </a:moveTo>
                <a:cubicBezTo>
                  <a:pt x="173273" y="107156"/>
                  <a:pt x="176547" y="109314"/>
                  <a:pt x="177924" y="112663"/>
                </a:cubicBezTo>
                <a:cubicBezTo>
                  <a:pt x="179301" y="116012"/>
                  <a:pt x="178557" y="119844"/>
                  <a:pt x="175989" y="122411"/>
                </a:cubicBezTo>
                <a:lnTo>
                  <a:pt x="161106" y="137294"/>
                </a:lnTo>
                <a:lnTo>
                  <a:pt x="188416" y="164604"/>
                </a:lnTo>
                <a:cubicBezTo>
                  <a:pt x="189756" y="165943"/>
                  <a:pt x="190537" y="167767"/>
                  <a:pt x="190537" y="169701"/>
                </a:cubicBezTo>
                <a:cubicBezTo>
                  <a:pt x="190537" y="171636"/>
                  <a:pt x="189793" y="173422"/>
                  <a:pt x="188416" y="174799"/>
                </a:cubicBezTo>
                <a:lnTo>
                  <a:pt x="174761" y="188454"/>
                </a:lnTo>
                <a:cubicBezTo>
                  <a:pt x="173385" y="189756"/>
                  <a:pt x="171562" y="190500"/>
                  <a:pt x="169664" y="190500"/>
                </a:cubicBezTo>
                <a:cubicBezTo>
                  <a:pt x="167767" y="190500"/>
                  <a:pt x="165943" y="189756"/>
                  <a:pt x="164567" y="188379"/>
                </a:cubicBezTo>
                <a:lnTo>
                  <a:pt x="137294" y="161106"/>
                </a:lnTo>
                <a:lnTo>
                  <a:pt x="122411" y="175989"/>
                </a:lnTo>
                <a:cubicBezTo>
                  <a:pt x="119844" y="178557"/>
                  <a:pt x="116012" y="179301"/>
                  <a:pt x="112663" y="177924"/>
                </a:cubicBezTo>
                <a:cubicBezTo>
                  <a:pt x="109314" y="176547"/>
                  <a:pt x="107156" y="173273"/>
                  <a:pt x="107156" y="169664"/>
                </a:cubicBezTo>
                <a:lnTo>
                  <a:pt x="107156" y="116086"/>
                </a:lnTo>
                <a:cubicBezTo>
                  <a:pt x="107156" y="111137"/>
                  <a:pt x="111137" y="107156"/>
                  <a:pt x="116086" y="107156"/>
                </a:cubicBezTo>
                <a:lnTo>
                  <a:pt x="169664" y="107156"/>
                </a:lnTo>
                <a:close/>
                <a:moveTo>
                  <a:pt x="74414" y="107156"/>
                </a:moveTo>
                <a:cubicBezTo>
                  <a:pt x="79363" y="107156"/>
                  <a:pt x="83344" y="111137"/>
                  <a:pt x="83344" y="116086"/>
                </a:cubicBezTo>
                <a:lnTo>
                  <a:pt x="83344" y="169664"/>
                </a:lnTo>
                <a:cubicBezTo>
                  <a:pt x="83344" y="173273"/>
                  <a:pt x="81186" y="176547"/>
                  <a:pt x="77837" y="177924"/>
                </a:cubicBezTo>
                <a:cubicBezTo>
                  <a:pt x="74488" y="179301"/>
                  <a:pt x="70656" y="178557"/>
                  <a:pt x="68089" y="175989"/>
                </a:cubicBezTo>
                <a:lnTo>
                  <a:pt x="53206" y="161106"/>
                </a:lnTo>
                <a:lnTo>
                  <a:pt x="25896" y="188416"/>
                </a:lnTo>
                <a:cubicBezTo>
                  <a:pt x="24557" y="189756"/>
                  <a:pt x="22733" y="190500"/>
                  <a:pt x="20836" y="190500"/>
                </a:cubicBezTo>
                <a:cubicBezTo>
                  <a:pt x="18938" y="190500"/>
                  <a:pt x="17115" y="189756"/>
                  <a:pt x="15739" y="188379"/>
                </a:cubicBezTo>
                <a:lnTo>
                  <a:pt x="2121" y="174761"/>
                </a:lnTo>
                <a:cubicBezTo>
                  <a:pt x="744" y="173385"/>
                  <a:pt x="0" y="171562"/>
                  <a:pt x="0" y="169664"/>
                </a:cubicBezTo>
                <a:cubicBezTo>
                  <a:pt x="0" y="167767"/>
                  <a:pt x="744" y="165943"/>
                  <a:pt x="2121" y="164567"/>
                </a:cubicBezTo>
                <a:lnTo>
                  <a:pt x="29394" y="137294"/>
                </a:lnTo>
                <a:lnTo>
                  <a:pt x="14511" y="122411"/>
                </a:lnTo>
                <a:cubicBezTo>
                  <a:pt x="11943" y="119844"/>
                  <a:pt x="11199" y="116012"/>
                  <a:pt x="12576" y="112663"/>
                </a:cubicBezTo>
                <a:cubicBezTo>
                  <a:pt x="13953" y="109314"/>
                  <a:pt x="17227" y="107156"/>
                  <a:pt x="20836" y="107156"/>
                </a:cubicBezTo>
                <a:lnTo>
                  <a:pt x="74414" y="107156"/>
                </a:lnTo>
                <a:close/>
                <a:moveTo>
                  <a:pt x="20836" y="83344"/>
                </a:moveTo>
                <a:cubicBezTo>
                  <a:pt x="17227" y="83344"/>
                  <a:pt x="13953" y="81186"/>
                  <a:pt x="12576" y="77837"/>
                </a:cubicBezTo>
                <a:cubicBezTo>
                  <a:pt x="11199" y="74488"/>
                  <a:pt x="11981" y="70656"/>
                  <a:pt x="14511" y="68089"/>
                </a:cubicBezTo>
                <a:lnTo>
                  <a:pt x="29394" y="53206"/>
                </a:lnTo>
                <a:lnTo>
                  <a:pt x="2121" y="25933"/>
                </a:lnTo>
                <a:cubicBezTo>
                  <a:pt x="744" y="24557"/>
                  <a:pt x="0" y="22733"/>
                  <a:pt x="0" y="20836"/>
                </a:cubicBezTo>
                <a:cubicBezTo>
                  <a:pt x="0" y="18938"/>
                  <a:pt x="744" y="17115"/>
                  <a:pt x="2121" y="15739"/>
                </a:cubicBezTo>
                <a:lnTo>
                  <a:pt x="15739" y="2121"/>
                </a:lnTo>
                <a:cubicBezTo>
                  <a:pt x="17115" y="744"/>
                  <a:pt x="18938" y="0"/>
                  <a:pt x="20836" y="0"/>
                </a:cubicBezTo>
                <a:cubicBezTo>
                  <a:pt x="22733" y="0"/>
                  <a:pt x="24557" y="744"/>
                  <a:pt x="25933" y="2121"/>
                </a:cubicBezTo>
                <a:lnTo>
                  <a:pt x="53206" y="29394"/>
                </a:lnTo>
                <a:lnTo>
                  <a:pt x="68089" y="14511"/>
                </a:lnTo>
                <a:cubicBezTo>
                  <a:pt x="70656" y="11943"/>
                  <a:pt x="74488" y="11199"/>
                  <a:pt x="77837" y="12576"/>
                </a:cubicBezTo>
                <a:cubicBezTo>
                  <a:pt x="81186" y="13953"/>
                  <a:pt x="83344" y="17227"/>
                  <a:pt x="83344" y="20836"/>
                </a:cubicBezTo>
                <a:lnTo>
                  <a:pt x="83344" y="74414"/>
                </a:lnTo>
                <a:cubicBezTo>
                  <a:pt x="83344" y="79363"/>
                  <a:pt x="79363" y="83344"/>
                  <a:pt x="74414" y="83344"/>
                </a:cubicBezTo>
                <a:lnTo>
                  <a:pt x="20836" y="8334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1190625" y="3038475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Compressed NFTs (cNFTs)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19200" y="3438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1" name="Text 19"/>
          <p:cNvSpPr/>
          <p:nvPr/>
        </p:nvSpPr>
        <p:spPr>
          <a:xfrm>
            <a:off x="1457325" y="341947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99% cheaper than standard NFTs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19200" y="3705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3" name="Text 21"/>
          <p:cNvSpPr/>
          <p:nvPr/>
        </p:nvSpPr>
        <p:spPr>
          <a:xfrm>
            <a:off x="1457325" y="3686175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$0.0005 vs $5-50 per mint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19200" y="39719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5" name="Text 23"/>
          <p:cNvSpPr/>
          <p:nvPr/>
        </p:nvSpPr>
        <p:spPr>
          <a:xfrm>
            <a:off x="1457325" y="3952875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mass adoption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6013" y="1185863"/>
            <a:ext cx="5610225" cy="1495425"/>
          </a:xfrm>
          <a:custGeom>
            <a:avLst/>
            <a:gdLst/>
            <a:ahLst/>
            <a:cxnLst/>
            <a:rect l="l" t="t" r="r" b="b"/>
            <a:pathLst>
              <a:path w="5610225" h="1495425">
                <a:moveTo>
                  <a:pt x="114295" y="0"/>
                </a:moveTo>
                <a:lnTo>
                  <a:pt x="5495930" y="0"/>
                </a:lnTo>
                <a:cubicBezTo>
                  <a:pt x="5559053" y="0"/>
                  <a:pt x="5610225" y="51172"/>
                  <a:pt x="5610225" y="114295"/>
                </a:cubicBezTo>
                <a:lnTo>
                  <a:pt x="5610225" y="1381130"/>
                </a:lnTo>
                <a:cubicBezTo>
                  <a:pt x="5610225" y="1444253"/>
                  <a:pt x="5559053" y="1495425"/>
                  <a:pt x="549593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9127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6531" y="1514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000875" y="13811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Solana Speed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29450" y="17811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1" name="Text 29"/>
          <p:cNvSpPr/>
          <p:nvPr/>
        </p:nvSpPr>
        <p:spPr>
          <a:xfrm>
            <a:off x="7267575" y="176212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2-5 second confirmations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029450" y="20478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3" name="Text 31"/>
          <p:cNvSpPr/>
          <p:nvPr/>
        </p:nvSpPr>
        <p:spPr>
          <a:xfrm>
            <a:off x="7267575" y="202882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minting experience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29450" y="23145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5" name="Text 33"/>
          <p:cNvSpPr/>
          <p:nvPr/>
        </p:nvSpPr>
        <p:spPr>
          <a:xfrm>
            <a:off x="7267575" y="229552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waiting for blocks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6013" y="2843213"/>
            <a:ext cx="5610225" cy="1495425"/>
          </a:xfrm>
          <a:custGeom>
            <a:avLst/>
            <a:gdLst/>
            <a:ahLst/>
            <a:cxnLst/>
            <a:rect l="l" t="t" r="r" b="b"/>
            <a:pathLst>
              <a:path w="5610225" h="1495425">
                <a:moveTo>
                  <a:pt x="114295" y="0"/>
                </a:moveTo>
                <a:lnTo>
                  <a:pt x="5495930" y="0"/>
                </a:lnTo>
                <a:cubicBezTo>
                  <a:pt x="5559053" y="0"/>
                  <a:pt x="5610225" y="51172"/>
                  <a:pt x="5610225" y="114295"/>
                </a:cubicBezTo>
                <a:lnTo>
                  <a:pt x="5610225" y="1381130"/>
                </a:lnTo>
                <a:cubicBezTo>
                  <a:pt x="5610225" y="1444253"/>
                  <a:pt x="5559053" y="1495425"/>
                  <a:pt x="549593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91275" y="3038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8" name="Shape 36"/>
          <p:cNvSpPr/>
          <p:nvPr/>
        </p:nvSpPr>
        <p:spPr>
          <a:xfrm>
            <a:off x="6536531" y="31718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14883"/>
                </a:moveTo>
                <a:cubicBezTo>
                  <a:pt x="47625" y="6660"/>
                  <a:pt x="54285" y="0"/>
                  <a:pt x="62508" y="0"/>
                </a:cubicBezTo>
                <a:cubicBezTo>
                  <a:pt x="70731" y="0"/>
                  <a:pt x="77391" y="6660"/>
                  <a:pt x="77391" y="14883"/>
                </a:cubicBezTo>
                <a:lnTo>
                  <a:pt x="77391" y="70024"/>
                </a:lnTo>
                <a:cubicBezTo>
                  <a:pt x="80553" y="67196"/>
                  <a:pt x="84720" y="65484"/>
                  <a:pt x="89297" y="65484"/>
                </a:cubicBezTo>
                <a:cubicBezTo>
                  <a:pt x="96962" y="65484"/>
                  <a:pt x="103510" y="70321"/>
                  <a:pt x="106040" y="77093"/>
                </a:cubicBezTo>
                <a:cubicBezTo>
                  <a:pt x="109314" y="73633"/>
                  <a:pt x="113928" y="71438"/>
                  <a:pt x="119063" y="71438"/>
                </a:cubicBezTo>
                <a:cubicBezTo>
                  <a:pt x="128476" y="71438"/>
                  <a:pt x="136178" y="78693"/>
                  <a:pt x="136885" y="87920"/>
                </a:cubicBezTo>
                <a:cubicBezTo>
                  <a:pt x="140047" y="85055"/>
                  <a:pt x="144252" y="83344"/>
                  <a:pt x="148828" y="83344"/>
                </a:cubicBezTo>
                <a:cubicBezTo>
                  <a:pt x="158688" y="83344"/>
                  <a:pt x="166688" y="91343"/>
                  <a:pt x="166688" y="101203"/>
                </a:cubicBezTo>
                <a:lnTo>
                  <a:pt x="166688" y="142875"/>
                </a:lnTo>
                <a:cubicBezTo>
                  <a:pt x="166688" y="169180"/>
                  <a:pt x="145368" y="190500"/>
                  <a:pt x="119063" y="190500"/>
                </a:cubicBezTo>
                <a:lnTo>
                  <a:pt x="87325" y="190500"/>
                </a:lnTo>
                <a:cubicBezTo>
                  <a:pt x="85465" y="190500"/>
                  <a:pt x="83641" y="190388"/>
                  <a:pt x="81855" y="190128"/>
                </a:cubicBezTo>
                <a:cubicBezTo>
                  <a:pt x="61280" y="188044"/>
                  <a:pt x="42342" y="177478"/>
                  <a:pt x="29766" y="160734"/>
                </a:cubicBezTo>
                <a:lnTo>
                  <a:pt x="2977" y="125016"/>
                </a:lnTo>
                <a:cubicBezTo>
                  <a:pt x="-1972" y="118430"/>
                  <a:pt x="-633" y="109128"/>
                  <a:pt x="5953" y="104180"/>
                </a:cubicBezTo>
                <a:cubicBezTo>
                  <a:pt x="12539" y="99231"/>
                  <a:pt x="21841" y="100571"/>
                  <a:pt x="26789" y="107156"/>
                </a:cubicBezTo>
                <a:lnTo>
                  <a:pt x="47625" y="134950"/>
                </a:lnTo>
                <a:lnTo>
                  <a:pt x="47625" y="14883"/>
                </a:lnTo>
                <a:close/>
                <a:moveTo>
                  <a:pt x="89297" y="113109"/>
                </a:moveTo>
                <a:cubicBezTo>
                  <a:pt x="89297" y="109835"/>
                  <a:pt x="86618" y="107156"/>
                  <a:pt x="83344" y="107156"/>
                </a:cubicBezTo>
                <a:cubicBezTo>
                  <a:pt x="80070" y="107156"/>
                  <a:pt x="77391" y="109835"/>
                  <a:pt x="77391" y="113109"/>
                </a:cubicBezTo>
                <a:lnTo>
                  <a:pt x="77391" y="148828"/>
                </a:lnTo>
                <a:cubicBezTo>
                  <a:pt x="77391" y="152102"/>
                  <a:pt x="80070" y="154781"/>
                  <a:pt x="83344" y="154781"/>
                </a:cubicBezTo>
                <a:cubicBezTo>
                  <a:pt x="86618" y="154781"/>
                  <a:pt x="89297" y="152102"/>
                  <a:pt x="89297" y="148828"/>
                </a:cubicBezTo>
                <a:lnTo>
                  <a:pt x="89297" y="113109"/>
                </a:lnTo>
                <a:close/>
                <a:moveTo>
                  <a:pt x="107156" y="107156"/>
                </a:moveTo>
                <a:cubicBezTo>
                  <a:pt x="103882" y="107156"/>
                  <a:pt x="101203" y="109835"/>
                  <a:pt x="101203" y="113109"/>
                </a:cubicBezTo>
                <a:lnTo>
                  <a:pt x="101203" y="148828"/>
                </a:lnTo>
                <a:cubicBezTo>
                  <a:pt x="101203" y="152102"/>
                  <a:pt x="103882" y="154781"/>
                  <a:pt x="107156" y="154781"/>
                </a:cubicBezTo>
                <a:cubicBezTo>
                  <a:pt x="110430" y="154781"/>
                  <a:pt x="113109" y="152102"/>
                  <a:pt x="113109" y="148828"/>
                </a:cubicBezTo>
                <a:lnTo>
                  <a:pt x="113109" y="113109"/>
                </a:lnTo>
                <a:cubicBezTo>
                  <a:pt x="113109" y="109835"/>
                  <a:pt x="110430" y="107156"/>
                  <a:pt x="107156" y="107156"/>
                </a:cubicBezTo>
                <a:close/>
                <a:moveTo>
                  <a:pt x="136922" y="113109"/>
                </a:moveTo>
                <a:cubicBezTo>
                  <a:pt x="136922" y="109835"/>
                  <a:pt x="134243" y="107156"/>
                  <a:pt x="130969" y="107156"/>
                </a:cubicBezTo>
                <a:cubicBezTo>
                  <a:pt x="127695" y="107156"/>
                  <a:pt x="125016" y="109835"/>
                  <a:pt x="125016" y="113109"/>
                </a:cubicBezTo>
                <a:lnTo>
                  <a:pt x="125016" y="148828"/>
                </a:lnTo>
                <a:cubicBezTo>
                  <a:pt x="125016" y="152102"/>
                  <a:pt x="127695" y="154781"/>
                  <a:pt x="130969" y="154781"/>
                </a:cubicBezTo>
                <a:cubicBezTo>
                  <a:pt x="134243" y="154781"/>
                  <a:pt x="136922" y="152102"/>
                  <a:pt x="136922" y="148828"/>
                </a:cubicBezTo>
                <a:lnTo>
                  <a:pt x="136922" y="11310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Text 37"/>
          <p:cNvSpPr/>
          <p:nvPr/>
        </p:nvSpPr>
        <p:spPr>
          <a:xfrm>
            <a:off x="7000875" y="30384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Mobile-First Design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29450" y="3438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1" name="Text 39"/>
          <p:cNvSpPr/>
          <p:nvPr/>
        </p:nvSpPr>
        <p:spPr>
          <a:xfrm>
            <a:off x="7267575" y="34194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camera integration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029450" y="3705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3" name="Text 41"/>
          <p:cNvSpPr/>
          <p:nvPr/>
        </p:nvSpPr>
        <p:spPr>
          <a:xfrm>
            <a:off x="7267575" y="3686175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One-handed operation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029450" y="39719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5" name="Text 43"/>
          <p:cNvSpPr/>
          <p:nvPr/>
        </p:nvSpPr>
        <p:spPr>
          <a:xfrm>
            <a:off x="7267575" y="3952875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for Saga/Seeker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5763" y="5662613"/>
            <a:ext cx="11420475" cy="809625"/>
          </a:xfrm>
          <a:custGeom>
            <a:avLst/>
            <a:gdLst/>
            <a:ahLst/>
            <a:cxnLst/>
            <a:rect l="l" t="t" r="r" b="b"/>
            <a:pathLst>
              <a:path w="11420475" h="809625">
                <a:moveTo>
                  <a:pt x="114303" y="0"/>
                </a:moveTo>
                <a:lnTo>
                  <a:pt x="11306172" y="0"/>
                </a:lnTo>
                <a:cubicBezTo>
                  <a:pt x="11369258" y="0"/>
                  <a:pt x="11420475" y="51217"/>
                  <a:pt x="11420475" y="114303"/>
                </a:cubicBezTo>
                <a:lnTo>
                  <a:pt x="11420475" y="695322"/>
                </a:lnTo>
                <a:cubicBezTo>
                  <a:pt x="11420475" y="758408"/>
                  <a:pt x="11369258" y="809625"/>
                  <a:pt x="113061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9945FF">
              <a:alpha val="1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1500" y="5953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146" y="-1116"/>
                </a:moveTo>
                <a:cubicBezTo>
                  <a:pt x="108987" y="-6206"/>
                  <a:pt x="119881" y="-6206"/>
                  <a:pt x="128721" y="-1116"/>
                </a:cubicBezTo>
                <a:lnTo>
                  <a:pt x="207258" y="44202"/>
                </a:lnTo>
                <a:cubicBezTo>
                  <a:pt x="216098" y="49292"/>
                  <a:pt x="221546" y="58757"/>
                  <a:pt x="221546" y="68937"/>
                </a:cubicBezTo>
                <a:lnTo>
                  <a:pt x="221546" y="159574"/>
                </a:lnTo>
                <a:cubicBezTo>
                  <a:pt x="221546" y="169798"/>
                  <a:pt x="216098" y="179219"/>
                  <a:pt x="207258" y="184309"/>
                </a:cubicBezTo>
                <a:lnTo>
                  <a:pt x="128721" y="229716"/>
                </a:lnTo>
                <a:cubicBezTo>
                  <a:pt x="119881" y="234806"/>
                  <a:pt x="108987" y="234806"/>
                  <a:pt x="100146" y="229716"/>
                </a:cubicBezTo>
                <a:lnTo>
                  <a:pt x="21654" y="184398"/>
                </a:lnTo>
                <a:cubicBezTo>
                  <a:pt x="12814" y="179308"/>
                  <a:pt x="7367" y="169843"/>
                  <a:pt x="7367" y="159663"/>
                </a:cubicBezTo>
                <a:lnTo>
                  <a:pt x="7367" y="69026"/>
                </a:lnTo>
                <a:cubicBezTo>
                  <a:pt x="7367" y="58802"/>
                  <a:pt x="12814" y="49381"/>
                  <a:pt x="21654" y="44291"/>
                </a:cubicBezTo>
                <a:lnTo>
                  <a:pt x="100146" y="-1116"/>
                </a:lnTo>
                <a:close/>
                <a:moveTo>
                  <a:pt x="192926" y="159618"/>
                </a:moveTo>
                <a:lnTo>
                  <a:pt x="192926" y="85457"/>
                </a:lnTo>
                <a:lnTo>
                  <a:pt x="128721" y="122515"/>
                </a:lnTo>
                <a:lnTo>
                  <a:pt x="128721" y="196676"/>
                </a:lnTo>
                <a:lnTo>
                  <a:pt x="192926" y="159618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8" name="Text 46"/>
          <p:cNvSpPr/>
          <p:nvPr/>
        </p:nvSpPr>
        <p:spPr>
          <a:xfrm>
            <a:off x="942975" y="595312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Metaplex Bubblegum: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State-of-the-art compression for 99% cost reduction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643667" y="5819775"/>
            <a:ext cx="1009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$0.0005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691292" y="6124575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mint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5114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5229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Target: Mobile-First Crypto Users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0525" y="1190625"/>
            <a:ext cx="3667125" cy="4533900"/>
          </a:xfrm>
          <a:custGeom>
            <a:avLst/>
            <a:gdLst/>
            <a:ahLst/>
            <a:cxnLst/>
            <a:rect l="l" t="t" r="r" b="b"/>
            <a:pathLst>
              <a:path w="3667125" h="4533900">
                <a:moveTo>
                  <a:pt x="114304" y="0"/>
                </a:moveTo>
                <a:lnTo>
                  <a:pt x="3552821" y="0"/>
                </a:lnTo>
                <a:cubicBezTo>
                  <a:pt x="3615949" y="0"/>
                  <a:pt x="3667125" y="51176"/>
                  <a:pt x="3667125" y="114304"/>
                </a:cubicBezTo>
                <a:lnTo>
                  <a:pt x="3667125" y="4419596"/>
                </a:lnTo>
                <a:cubicBezTo>
                  <a:pt x="3667125" y="4482724"/>
                  <a:pt x="3615949" y="4533900"/>
                  <a:pt x="3552821" y="4533900"/>
                </a:cubicBezTo>
                <a:lnTo>
                  <a:pt x="114304" y="4533900"/>
                </a:lnTo>
                <a:cubicBezTo>
                  <a:pt x="51176" y="4533900"/>
                  <a:pt x="0" y="4482724"/>
                  <a:pt x="0" y="441959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8650" y="14287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8" name="Shape 6"/>
          <p:cNvSpPr/>
          <p:nvPr/>
        </p:nvSpPr>
        <p:spPr>
          <a:xfrm>
            <a:off x="781050" y="1581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14478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6350" y="1638300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Seeker Community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" y="2152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2" name="Text 10"/>
          <p:cNvSpPr/>
          <p:nvPr/>
        </p:nvSpPr>
        <p:spPr>
          <a:xfrm>
            <a:off x="895350" y="2114550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10K+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Saga/Seeker device owners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7700" y="2495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4" name="Text 12"/>
          <p:cNvSpPr/>
          <p:nvPr/>
        </p:nvSpPr>
        <p:spPr>
          <a:xfrm>
            <a:off x="895350" y="2457450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adopters of mobile crypto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700" y="2838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6" name="Text 14"/>
          <p:cNvSpPr/>
          <p:nvPr/>
        </p:nvSpPr>
        <p:spPr>
          <a:xfrm>
            <a:off x="895350" y="2800350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ownership + authenticity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7700" y="3181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" y="314325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mobile wallet users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8650" y="4795838"/>
            <a:ext cx="3190875" cy="9525"/>
          </a:xfrm>
          <a:custGeom>
            <a:avLst/>
            <a:gdLst/>
            <a:ahLst/>
            <a:cxnLst/>
            <a:rect l="l" t="t" r="r" b="b"/>
            <a:pathLst>
              <a:path w="3190875" h="9525">
                <a:moveTo>
                  <a:pt x="0" y="0"/>
                </a:moveTo>
                <a:lnTo>
                  <a:pt x="3190875" y="0"/>
                </a:lnTo>
                <a:lnTo>
                  <a:pt x="31908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9945FF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8650" y="4953000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50" y="5295900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adopters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59238" y="1185863"/>
            <a:ext cx="3676650" cy="4543425"/>
          </a:xfrm>
          <a:custGeom>
            <a:avLst/>
            <a:gdLst/>
            <a:ahLst/>
            <a:cxnLst/>
            <a:rect l="l" t="t" r="r" b="b"/>
            <a:pathLst>
              <a:path w="3676650" h="45434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429118"/>
                </a:lnTo>
                <a:cubicBezTo>
                  <a:pt x="3676650" y="4492248"/>
                  <a:pt x="3625473" y="4543425"/>
                  <a:pt x="3562343" y="4543425"/>
                </a:cubicBezTo>
                <a:lnTo>
                  <a:pt x="114307" y="4543425"/>
                </a:lnTo>
                <a:cubicBezTo>
                  <a:pt x="51177" y="4543425"/>
                  <a:pt x="0" y="4492248"/>
                  <a:pt x="0" y="44291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2600" y="1419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4" name="Shape 22"/>
          <p:cNvSpPr/>
          <p:nvPr/>
        </p:nvSpPr>
        <p:spPr>
          <a:xfrm>
            <a:off x="4645000" y="1571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5140300" y="1438275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40300" y="1628775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Photographers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11650" y="2143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8" name="Text 26"/>
          <p:cNvSpPr/>
          <p:nvPr/>
        </p:nvSpPr>
        <p:spPr>
          <a:xfrm>
            <a:off x="4759300" y="2105025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1B+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smartphone photographers globally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11650" y="2486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0" name="Text 28"/>
          <p:cNvSpPr/>
          <p:nvPr/>
        </p:nvSpPr>
        <p:spPr>
          <a:xfrm>
            <a:off x="4759300" y="24479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500M+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Instagram/TikTok creators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11650" y="2828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2" name="Text 30"/>
          <p:cNvSpPr/>
          <p:nvPr/>
        </p:nvSpPr>
        <p:spPr>
          <a:xfrm>
            <a:off x="4759300" y="2790825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Growing concern about AI/deepfakes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11650" y="3171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4" name="Text 32"/>
          <p:cNvSpPr/>
          <p:nvPr/>
        </p:nvSpPr>
        <p:spPr>
          <a:xfrm>
            <a:off x="4759300" y="313372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proof for legal/commercial use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92600" y="4805363"/>
            <a:ext cx="3209925" cy="9525"/>
          </a:xfrm>
          <a:custGeom>
            <a:avLst/>
            <a:gdLst/>
            <a:ahLst/>
            <a:cxnLst/>
            <a:rect l="l" t="t" r="r" b="b"/>
            <a:pathLst>
              <a:path w="3209925" h="9525">
                <a:moveTo>
                  <a:pt x="0" y="0"/>
                </a:moveTo>
                <a:lnTo>
                  <a:pt x="3209925" y="0"/>
                </a:lnTo>
                <a:lnTo>
                  <a:pt x="3209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14F195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492600" y="4962525"/>
            <a:ext cx="335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Billion+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92600" y="53054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photographers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32713" y="1185863"/>
            <a:ext cx="3676650" cy="4543425"/>
          </a:xfrm>
          <a:custGeom>
            <a:avLst/>
            <a:gdLst/>
            <a:ahLst/>
            <a:cxnLst/>
            <a:rect l="l" t="t" r="r" b="b"/>
            <a:pathLst>
              <a:path w="3676650" h="45434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429118"/>
                </a:lnTo>
                <a:cubicBezTo>
                  <a:pt x="3676650" y="4492248"/>
                  <a:pt x="3625473" y="4543425"/>
                  <a:pt x="3562343" y="4543425"/>
                </a:cubicBezTo>
                <a:lnTo>
                  <a:pt x="114307" y="4543425"/>
                </a:lnTo>
                <a:cubicBezTo>
                  <a:pt x="51177" y="4543425"/>
                  <a:pt x="0" y="4492248"/>
                  <a:pt x="0" y="44291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66075" y="1419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518475" y="1571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297" y="21431"/>
                </a:moveTo>
                <a:lnTo>
                  <a:pt x="139303" y="21431"/>
                </a:lnTo>
                <a:cubicBezTo>
                  <a:pt x="141268" y="21431"/>
                  <a:pt x="142875" y="23039"/>
                  <a:pt x="142875" y="25003"/>
                </a:cubicBezTo>
                <a:lnTo>
                  <a:pt x="142875" y="42863"/>
                </a:lnTo>
                <a:lnTo>
                  <a:pt x="85725" y="42863"/>
                </a:lnTo>
                <a:lnTo>
                  <a:pt x="85725" y="25003"/>
                </a:lnTo>
                <a:cubicBezTo>
                  <a:pt x="85725" y="23039"/>
                  <a:pt x="87332" y="21431"/>
                  <a:pt x="89297" y="21431"/>
                </a:cubicBezTo>
                <a:close/>
                <a:moveTo>
                  <a:pt x="64294" y="25003"/>
                </a:moveTo>
                <a:lnTo>
                  <a:pt x="64294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14300"/>
                </a:lnTo>
                <a:lnTo>
                  <a:pt x="228600" y="114300"/>
                </a:ln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4306" y="42863"/>
                </a:lnTo>
                <a:lnTo>
                  <a:pt x="164306" y="25003"/>
                </a:lnTo>
                <a:cubicBezTo>
                  <a:pt x="164306" y="11207"/>
                  <a:pt x="153099" y="0"/>
                  <a:pt x="139303" y="0"/>
                </a:cubicBezTo>
                <a:lnTo>
                  <a:pt x="89297" y="0"/>
                </a:lnTo>
                <a:cubicBezTo>
                  <a:pt x="75501" y="0"/>
                  <a:pt x="64294" y="11207"/>
                  <a:pt x="64294" y="25003"/>
                </a:cubicBezTo>
                <a:close/>
                <a:moveTo>
                  <a:pt x="228600" y="135731"/>
                </a:moveTo>
                <a:lnTo>
                  <a:pt x="142875" y="135731"/>
                </a:lnTo>
                <a:lnTo>
                  <a:pt x="142875" y="142875"/>
                </a:lnTo>
                <a:cubicBezTo>
                  <a:pt x="142875" y="150778"/>
                  <a:pt x="136490" y="157163"/>
                  <a:pt x="128588" y="157163"/>
                </a:cubicBezTo>
                <a:lnTo>
                  <a:pt x="100013" y="157163"/>
                </a:lnTo>
                <a:cubicBezTo>
                  <a:pt x="92110" y="157163"/>
                  <a:pt x="85725" y="150778"/>
                  <a:pt x="85725" y="142875"/>
                </a:cubicBezTo>
                <a:lnTo>
                  <a:pt x="85725" y="135731"/>
                </a:lnTo>
                <a:lnTo>
                  <a:pt x="0" y="135731"/>
                </a:ln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357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9013775" y="1438275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TERTIARY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13775" y="1628775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85125" y="2143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4" name="Text 42"/>
          <p:cNvSpPr/>
          <p:nvPr/>
        </p:nvSpPr>
        <p:spPr>
          <a:xfrm>
            <a:off x="8632775" y="210502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Journalists (Reuters, AP, BBC)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85125" y="2486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6" name="Text 44"/>
          <p:cNvSpPr/>
          <p:nvPr/>
        </p:nvSpPr>
        <p:spPr>
          <a:xfrm>
            <a:off x="8632775" y="2447925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documentation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85125" y="2828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8" name="Text 46"/>
          <p:cNvSpPr/>
          <p:nvPr/>
        </p:nvSpPr>
        <p:spPr>
          <a:xfrm>
            <a:off x="8632775" y="2790825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evidence timestamping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85125" y="3171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0" name="Text 48"/>
          <p:cNvSpPr/>
          <p:nvPr/>
        </p:nvSpPr>
        <p:spPr>
          <a:xfrm>
            <a:off x="8632775" y="3133725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estate photography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66075" y="4805363"/>
            <a:ext cx="3209925" cy="9525"/>
          </a:xfrm>
          <a:custGeom>
            <a:avLst/>
            <a:gdLst/>
            <a:ahLst/>
            <a:cxnLst/>
            <a:rect l="l" t="t" r="r" b="b"/>
            <a:pathLst>
              <a:path w="3209925" h="9525">
                <a:moveTo>
                  <a:pt x="0" y="0"/>
                </a:moveTo>
                <a:lnTo>
                  <a:pt x="3209925" y="0"/>
                </a:lnTo>
                <a:lnTo>
                  <a:pt x="3209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9945FF">
              <a:alpha val="3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366075" y="4962525"/>
            <a:ext cx="335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66075" y="5305425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licensing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4F195">
              <a:alpha val="1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1500" y="6086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6" name="Text 54"/>
          <p:cNvSpPr/>
          <p:nvPr/>
        </p:nvSpPr>
        <p:spPr>
          <a:xfrm>
            <a:off x="942975" y="6086475"/>
            <a:ext cx="750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Addressable Market: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1B+ smartphone photographers × growing authenticity concerns = massive opportunity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3409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PhotoLynk Wins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85863"/>
            <a:ext cx="3676650" cy="3971925"/>
          </a:xfrm>
          <a:custGeom>
            <a:avLst/>
            <a:gdLst/>
            <a:ahLst/>
            <a:cxnLst/>
            <a:rect l="l" t="t" r="r" b="b"/>
            <a:pathLst>
              <a:path w="3676650" h="39719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3857618"/>
                </a:lnTo>
                <a:cubicBezTo>
                  <a:pt x="3676650" y="3920748"/>
                  <a:pt x="3625473" y="3971925"/>
                  <a:pt x="3562343" y="3971925"/>
                </a:cubicBezTo>
                <a:lnTo>
                  <a:pt x="114307" y="3971925"/>
                </a:lnTo>
                <a:cubicBezTo>
                  <a:pt x="51177" y="3971925"/>
                  <a:pt x="0" y="3920748"/>
                  <a:pt x="0" y="38576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437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423" y="26901"/>
                </a:moveTo>
                <a:cubicBezTo>
                  <a:pt x="13990" y="18008"/>
                  <a:pt x="22138" y="11906"/>
                  <a:pt x="31403" y="11906"/>
                </a:cubicBezTo>
                <a:lnTo>
                  <a:pt x="159395" y="11906"/>
                </a:lnTo>
                <a:cubicBezTo>
                  <a:pt x="168659" y="11906"/>
                  <a:pt x="176808" y="18008"/>
                  <a:pt x="179412" y="26901"/>
                </a:cubicBezTo>
                <a:lnTo>
                  <a:pt x="188119" y="56741"/>
                </a:lnTo>
                <a:cubicBezTo>
                  <a:pt x="192881" y="73000"/>
                  <a:pt x="180640" y="89297"/>
                  <a:pt x="163711" y="89297"/>
                </a:cubicBezTo>
                <a:cubicBezTo>
                  <a:pt x="153925" y="89297"/>
                  <a:pt x="145331" y="83753"/>
                  <a:pt x="141089" y="75493"/>
                </a:cubicBezTo>
                <a:cubicBezTo>
                  <a:pt x="136773" y="83641"/>
                  <a:pt x="128215" y="89297"/>
                  <a:pt x="118244" y="89297"/>
                </a:cubicBezTo>
                <a:cubicBezTo>
                  <a:pt x="108347" y="89297"/>
                  <a:pt x="99752" y="83716"/>
                  <a:pt x="95436" y="75530"/>
                </a:cubicBezTo>
                <a:cubicBezTo>
                  <a:pt x="91120" y="83716"/>
                  <a:pt x="82525" y="89297"/>
                  <a:pt x="72628" y="89297"/>
                </a:cubicBezTo>
                <a:cubicBezTo>
                  <a:pt x="62657" y="89297"/>
                  <a:pt x="54099" y="83679"/>
                  <a:pt x="49783" y="75493"/>
                </a:cubicBezTo>
                <a:cubicBezTo>
                  <a:pt x="45541" y="83716"/>
                  <a:pt x="36947" y="89297"/>
                  <a:pt x="27161" y="89297"/>
                </a:cubicBezTo>
                <a:cubicBezTo>
                  <a:pt x="10195" y="89297"/>
                  <a:pt x="-2009" y="73037"/>
                  <a:pt x="2753" y="56741"/>
                </a:cubicBezTo>
                <a:lnTo>
                  <a:pt x="11423" y="26901"/>
                </a:lnTo>
                <a:close/>
                <a:moveTo>
                  <a:pt x="35868" y="130969"/>
                </a:moveTo>
                <a:lnTo>
                  <a:pt x="154930" y="130969"/>
                </a:lnTo>
                <a:lnTo>
                  <a:pt x="154930" y="106263"/>
                </a:lnTo>
                <a:cubicBezTo>
                  <a:pt x="157758" y="106859"/>
                  <a:pt x="160697" y="107156"/>
                  <a:pt x="163674" y="107156"/>
                </a:cubicBezTo>
                <a:cubicBezTo>
                  <a:pt x="168994" y="107156"/>
                  <a:pt x="174092" y="106189"/>
                  <a:pt x="178743" y="104477"/>
                </a:cubicBezTo>
                <a:lnTo>
                  <a:pt x="178743" y="160734"/>
                </a:lnTo>
                <a:cubicBezTo>
                  <a:pt x="178743" y="170594"/>
                  <a:pt x="170743" y="178594"/>
                  <a:pt x="160883" y="178594"/>
                </a:cubicBezTo>
                <a:lnTo>
                  <a:pt x="29914" y="178594"/>
                </a:lnTo>
                <a:cubicBezTo>
                  <a:pt x="20055" y="178594"/>
                  <a:pt x="12055" y="170594"/>
                  <a:pt x="12055" y="160734"/>
                </a:cubicBezTo>
                <a:lnTo>
                  <a:pt x="12055" y="104477"/>
                </a:lnTo>
                <a:cubicBezTo>
                  <a:pt x="16706" y="106189"/>
                  <a:pt x="21766" y="107156"/>
                  <a:pt x="27124" y="107156"/>
                </a:cubicBezTo>
                <a:cubicBezTo>
                  <a:pt x="30138" y="107156"/>
                  <a:pt x="33040" y="106859"/>
                  <a:pt x="35868" y="106263"/>
                </a:cubicBezTo>
                <a:lnTo>
                  <a:pt x="35868" y="130969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9" name="Text 7"/>
          <p:cNvSpPr/>
          <p:nvPr/>
        </p:nvSpPr>
        <p:spPr>
          <a:xfrm>
            <a:off x="1152525" y="1476375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vs. NFT Platforms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199072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OpenSea, Magic Eden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0075" y="2371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2" name="Text 10"/>
          <p:cNvSpPr/>
          <p:nvPr/>
        </p:nvSpPr>
        <p:spPr>
          <a:xfrm>
            <a:off x="847725" y="233362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Mobile-native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desktop port)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075" y="2676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4" name="Text 12"/>
          <p:cNvSpPr/>
          <p:nvPr/>
        </p:nvSpPr>
        <p:spPr>
          <a:xfrm>
            <a:off x="847725" y="2638425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100x cheaper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(cNFTs vs standard)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0075" y="2981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25" y="2943225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photos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art/collectibles)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9238" y="1185863"/>
            <a:ext cx="3676650" cy="3971925"/>
          </a:xfrm>
          <a:custGeom>
            <a:avLst/>
            <a:gdLst/>
            <a:ahLst/>
            <a:cxnLst/>
            <a:rect l="l" t="t" r="r" b="b"/>
            <a:pathLst>
              <a:path w="3676650" h="39719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3857618"/>
                </a:lnTo>
                <a:cubicBezTo>
                  <a:pt x="3676650" y="3920748"/>
                  <a:pt x="3625473" y="3971925"/>
                  <a:pt x="3562343" y="3971925"/>
                </a:cubicBezTo>
                <a:lnTo>
                  <a:pt x="114307" y="3971925"/>
                </a:lnTo>
                <a:cubicBezTo>
                  <a:pt x="51177" y="3971925"/>
                  <a:pt x="0" y="3920748"/>
                  <a:pt x="0" y="38576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4500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99756" y="1514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6000" y="1476375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vs. Photo Apps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54500" y="199072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Instagram, VSCO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73550" y="2371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3" name="Text 21"/>
          <p:cNvSpPr/>
          <p:nvPr/>
        </p:nvSpPr>
        <p:spPr>
          <a:xfrm>
            <a:off x="4721200" y="2333625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ownership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(blockchain)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73550" y="2676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5" name="Text 23"/>
          <p:cNvSpPr/>
          <p:nvPr/>
        </p:nvSpPr>
        <p:spPr>
          <a:xfrm>
            <a:off x="4721200" y="2638425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Cryptographic proof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metadata)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73550" y="2981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7" name="Text 25"/>
          <p:cNvSpPr/>
          <p:nvPr/>
        </p:nvSpPr>
        <p:spPr>
          <a:xfrm>
            <a:off x="4721200" y="29432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Verifiable by anyone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 platform lock-in)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2713" y="1185863"/>
            <a:ext cx="3676650" cy="3971925"/>
          </a:xfrm>
          <a:custGeom>
            <a:avLst/>
            <a:gdLst/>
            <a:ahLst/>
            <a:cxnLst/>
            <a:rect l="l" t="t" r="r" b="b"/>
            <a:pathLst>
              <a:path w="3676650" h="39719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3857618"/>
                </a:lnTo>
                <a:cubicBezTo>
                  <a:pt x="3676650" y="3920748"/>
                  <a:pt x="3625473" y="3971925"/>
                  <a:pt x="3562343" y="3971925"/>
                </a:cubicBezTo>
                <a:lnTo>
                  <a:pt x="114307" y="3971925"/>
                </a:lnTo>
                <a:cubicBezTo>
                  <a:pt x="51177" y="3971925"/>
                  <a:pt x="0" y="3920748"/>
                  <a:pt x="0" y="38576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797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449419" y="1514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1" name="Text 29"/>
          <p:cNvSpPr/>
          <p:nvPr/>
        </p:nvSpPr>
        <p:spPr>
          <a:xfrm>
            <a:off x="8899475" y="147637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vs. Blockchain Apps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27975" y="199072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photo apps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47025" y="2371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4" name="Text 32"/>
          <p:cNvSpPr/>
          <p:nvPr/>
        </p:nvSpPr>
        <p:spPr>
          <a:xfrm>
            <a:off x="8594675" y="2333625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Solana speed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Ethereum gas)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47025" y="2676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6" name="Text 34"/>
          <p:cNvSpPr/>
          <p:nvPr/>
        </p:nvSpPr>
        <p:spPr>
          <a:xfrm>
            <a:off x="8594675" y="2638425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RFC 3161 + C2PA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just IPFS)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47025" y="2981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8" name="Text 36"/>
          <p:cNvSpPr/>
          <p:nvPr/>
        </p:nvSpPr>
        <p:spPr>
          <a:xfrm>
            <a:off x="8594675" y="2943225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Wallet Adapter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custom wallet)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90525" y="5362575"/>
            <a:ext cx="11410950" cy="1104900"/>
          </a:xfrm>
          <a:custGeom>
            <a:avLst/>
            <a:gdLst/>
            <a:ahLst/>
            <a:cxnLst/>
            <a:rect l="l" t="t" r="r" b="b"/>
            <a:pathLst>
              <a:path w="11410950" h="1104900">
                <a:moveTo>
                  <a:pt x="114302" y="0"/>
                </a:moveTo>
                <a:lnTo>
                  <a:pt x="11296648" y="0"/>
                </a:lnTo>
                <a:cubicBezTo>
                  <a:pt x="11359775" y="0"/>
                  <a:pt x="11410950" y="51175"/>
                  <a:pt x="11410950" y="114302"/>
                </a:cubicBezTo>
                <a:lnTo>
                  <a:pt x="11410950" y="990598"/>
                </a:lnTo>
                <a:cubicBezTo>
                  <a:pt x="11410950" y="1053725"/>
                  <a:pt x="11359775" y="1104900"/>
                  <a:pt x="1129664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4F195">
              <a:alpha val="10196"/>
            </a:srgbClr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8650" y="56102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1" name="Shape 39"/>
          <p:cNvSpPr/>
          <p:nvPr/>
        </p:nvSpPr>
        <p:spPr>
          <a:xfrm>
            <a:off x="775097" y="57721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4687" y="48667"/>
                </a:moveTo>
                <a:cubicBezTo>
                  <a:pt x="179822" y="44593"/>
                  <a:pt x="183059" y="38286"/>
                  <a:pt x="183059" y="31254"/>
                </a:cubicBezTo>
                <a:cubicBezTo>
                  <a:pt x="183059" y="18920"/>
                  <a:pt x="173069" y="8930"/>
                  <a:pt x="160734" y="8930"/>
                </a:cubicBezTo>
                <a:cubicBezTo>
                  <a:pt x="148400" y="8930"/>
                  <a:pt x="138410" y="18920"/>
                  <a:pt x="138410" y="31254"/>
                </a:cubicBezTo>
                <a:cubicBezTo>
                  <a:pt x="138410" y="38286"/>
                  <a:pt x="141703" y="44593"/>
                  <a:pt x="146782" y="48667"/>
                </a:cubicBezTo>
                <a:lnTo>
                  <a:pt x="108607" y="108719"/>
                </a:lnTo>
                <a:cubicBezTo>
                  <a:pt x="103026" y="117481"/>
                  <a:pt x="91139" y="119658"/>
                  <a:pt x="82823" y="113407"/>
                </a:cubicBezTo>
                <a:lnTo>
                  <a:pt x="49616" y="88571"/>
                </a:lnTo>
                <a:cubicBezTo>
                  <a:pt x="52127" y="84999"/>
                  <a:pt x="53578" y="80590"/>
                  <a:pt x="53578" y="75902"/>
                </a:cubicBezTo>
                <a:cubicBezTo>
                  <a:pt x="53578" y="63568"/>
                  <a:pt x="43588" y="53578"/>
                  <a:pt x="31254" y="53578"/>
                </a:cubicBezTo>
                <a:cubicBezTo>
                  <a:pt x="18920" y="53578"/>
                  <a:pt x="8930" y="63568"/>
                  <a:pt x="8930" y="75902"/>
                </a:cubicBezTo>
                <a:cubicBezTo>
                  <a:pt x="8930" y="88069"/>
                  <a:pt x="18697" y="98003"/>
                  <a:pt x="30807" y="98227"/>
                </a:cubicBezTo>
                <a:lnTo>
                  <a:pt x="49002" y="219615"/>
                </a:lnTo>
                <a:cubicBezTo>
                  <a:pt x="51625" y="237083"/>
                  <a:pt x="66638" y="250031"/>
                  <a:pt x="84330" y="250031"/>
                </a:cubicBezTo>
                <a:lnTo>
                  <a:pt x="237139" y="250031"/>
                </a:lnTo>
                <a:cubicBezTo>
                  <a:pt x="254831" y="250031"/>
                  <a:pt x="269844" y="237083"/>
                  <a:pt x="272467" y="219615"/>
                </a:cubicBezTo>
                <a:lnTo>
                  <a:pt x="290661" y="98227"/>
                </a:lnTo>
                <a:cubicBezTo>
                  <a:pt x="302772" y="98003"/>
                  <a:pt x="312539" y="88069"/>
                  <a:pt x="312539" y="75902"/>
                </a:cubicBezTo>
                <a:cubicBezTo>
                  <a:pt x="312539" y="63568"/>
                  <a:pt x="302549" y="53578"/>
                  <a:pt x="290215" y="53578"/>
                </a:cubicBezTo>
                <a:cubicBezTo>
                  <a:pt x="277881" y="53578"/>
                  <a:pt x="267891" y="63568"/>
                  <a:pt x="267891" y="75902"/>
                </a:cubicBezTo>
                <a:cubicBezTo>
                  <a:pt x="267891" y="80590"/>
                  <a:pt x="269342" y="84999"/>
                  <a:pt x="271853" y="88571"/>
                </a:cubicBezTo>
                <a:lnTo>
                  <a:pt x="238702" y="113463"/>
                </a:lnTo>
                <a:cubicBezTo>
                  <a:pt x="230386" y="119714"/>
                  <a:pt x="218498" y="117537"/>
                  <a:pt x="212917" y="108775"/>
                </a:cubicBezTo>
                <a:lnTo>
                  <a:pt x="174687" y="48667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1390650" y="56007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Moat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390650" y="5981700"/>
            <a:ext cx="10248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app with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→ cNFT → RFC 3161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one mobile flow. Production-ready, already deployed, open source, community-driven.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Status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Traction &amp; Metrics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300" y="990600"/>
            <a:ext cx="1102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Deployed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3676650" cy="5019675"/>
          </a:xfrm>
          <a:custGeom>
            <a:avLst/>
            <a:gdLst/>
            <a:ahLst/>
            <a:cxnLst/>
            <a:rect l="l" t="t" r="r" b="b"/>
            <a:pathLst>
              <a:path w="3676650" h="50196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905368"/>
                </a:lnTo>
                <a:cubicBezTo>
                  <a:pt x="3676650" y="4968498"/>
                  <a:pt x="3625473" y="5019675"/>
                  <a:pt x="3562343" y="5019675"/>
                </a:cubicBezTo>
                <a:lnTo>
                  <a:pt x="114307" y="5019675"/>
                </a:lnTo>
                <a:cubicBezTo>
                  <a:pt x="51177" y="5019675"/>
                  <a:pt x="0" y="4968498"/>
                  <a:pt x="0" y="49053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 w="12700">
            <a:solidFill>
              <a:srgbClr val="9945FF">
                <a:alpha val="5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125" y="1685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9" name="Shape 7"/>
          <p:cNvSpPr/>
          <p:nvPr/>
        </p:nvSpPr>
        <p:spPr>
          <a:xfrm>
            <a:off x="728663" y="18192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90625" y="1781175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9125" y="2390775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Minting Cost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34742" y="2333625"/>
            <a:ext cx="1009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$0.0005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9125" y="2676525"/>
            <a:ext cx="3267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photo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" y="2981325"/>
            <a:ext cx="3209925" cy="9525"/>
          </a:xfrm>
          <a:custGeom>
            <a:avLst/>
            <a:gdLst/>
            <a:ahLst/>
            <a:cxnLst/>
            <a:rect l="l" t="t" r="r" b="b"/>
            <a:pathLst>
              <a:path w="3209925" h="9525">
                <a:moveTo>
                  <a:pt x="0" y="0"/>
                </a:moveTo>
                <a:lnTo>
                  <a:pt x="3209925" y="0"/>
                </a:lnTo>
                <a:lnTo>
                  <a:pt x="3209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9945FF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9125" y="32004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Confirmation Time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74529" y="3143250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2-5s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125" y="3486150"/>
            <a:ext cx="3267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125" y="3790950"/>
            <a:ext cx="3209925" cy="9525"/>
          </a:xfrm>
          <a:custGeom>
            <a:avLst/>
            <a:gdLst/>
            <a:ahLst/>
            <a:cxnLst/>
            <a:rect l="l" t="t" r="r" b="b"/>
            <a:pathLst>
              <a:path w="3209925" h="9525">
                <a:moveTo>
                  <a:pt x="0" y="0"/>
                </a:moveTo>
                <a:lnTo>
                  <a:pt x="3209925" y="0"/>
                </a:lnTo>
                <a:lnTo>
                  <a:pt x="3209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9945FF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9125" y="401002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Efficiency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6435" y="3952875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125" y="4295775"/>
            <a:ext cx="3267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on-chain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" y="4600575"/>
            <a:ext cx="3209925" cy="9525"/>
          </a:xfrm>
          <a:custGeom>
            <a:avLst/>
            <a:gdLst/>
            <a:ahLst/>
            <a:cxnLst/>
            <a:rect l="l" t="t" r="r" b="b"/>
            <a:pathLst>
              <a:path w="3209925" h="9525">
                <a:moveTo>
                  <a:pt x="0" y="0"/>
                </a:moveTo>
                <a:lnTo>
                  <a:pt x="3209925" y="0"/>
                </a:lnTo>
                <a:lnTo>
                  <a:pt x="32099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9945FF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9125" y="481965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69605" y="47625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9125" y="5105400"/>
            <a:ext cx="3267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RFC 3161 success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59238" y="1452563"/>
            <a:ext cx="3676650" cy="5019675"/>
          </a:xfrm>
          <a:custGeom>
            <a:avLst/>
            <a:gdLst/>
            <a:ahLst/>
            <a:cxnLst/>
            <a:rect l="l" t="t" r="r" b="b"/>
            <a:pathLst>
              <a:path w="3676650" h="50196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905368"/>
                </a:lnTo>
                <a:cubicBezTo>
                  <a:pt x="3676650" y="4968498"/>
                  <a:pt x="3625473" y="5019675"/>
                  <a:pt x="3562343" y="5019675"/>
                </a:cubicBezTo>
                <a:lnTo>
                  <a:pt x="114307" y="5019675"/>
                </a:lnTo>
                <a:cubicBezTo>
                  <a:pt x="51177" y="5019675"/>
                  <a:pt x="0" y="4968498"/>
                  <a:pt x="0" y="49053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2600" y="1685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8" name="Shape 26"/>
          <p:cNvSpPr/>
          <p:nvPr/>
        </p:nvSpPr>
        <p:spPr>
          <a:xfrm>
            <a:off x="4602138" y="18192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5064100" y="178117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Metrics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92600" y="2333625"/>
            <a:ext cx="3209925" cy="800100"/>
          </a:xfrm>
          <a:custGeom>
            <a:avLst/>
            <a:gdLst/>
            <a:ahLst/>
            <a:cxnLst/>
            <a:rect l="l" t="t" r="r" b="b"/>
            <a:pathLst>
              <a:path w="3209925" h="8001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723898"/>
                </a:lnTo>
                <a:cubicBezTo>
                  <a:pt x="3209925" y="765983"/>
                  <a:pt x="3175808" y="800100"/>
                  <a:pt x="31337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83100" y="25241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2" name="Text 30"/>
          <p:cNvSpPr/>
          <p:nvPr/>
        </p:nvSpPr>
        <p:spPr>
          <a:xfrm>
            <a:off x="4949800" y="2486025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APK Ready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45000" y="279082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build available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92600" y="3286125"/>
            <a:ext cx="3209925" cy="800100"/>
          </a:xfrm>
          <a:custGeom>
            <a:avLst/>
            <a:gdLst/>
            <a:ahLst/>
            <a:cxnLst/>
            <a:rect l="l" t="t" r="r" b="b"/>
            <a:pathLst>
              <a:path w="3209925" h="8001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723898"/>
                </a:lnTo>
                <a:cubicBezTo>
                  <a:pt x="3209925" y="765983"/>
                  <a:pt x="3175808" y="800100"/>
                  <a:pt x="31337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54525" y="3476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5164" y="75575"/>
                </a:moveTo>
                <a:cubicBezTo>
                  <a:pt x="127717" y="75575"/>
                  <a:pt x="130075" y="76937"/>
                  <a:pt x="131351" y="79147"/>
                </a:cubicBezTo>
                <a:cubicBezTo>
                  <a:pt x="132627" y="81357"/>
                  <a:pt x="132627" y="84080"/>
                  <a:pt x="131351" y="86291"/>
                </a:cubicBezTo>
                <a:cubicBezTo>
                  <a:pt x="130075" y="88501"/>
                  <a:pt x="127717" y="89862"/>
                  <a:pt x="125164" y="89862"/>
                </a:cubicBezTo>
                <a:cubicBezTo>
                  <a:pt x="121222" y="89862"/>
                  <a:pt x="118021" y="86661"/>
                  <a:pt x="118021" y="82719"/>
                </a:cubicBezTo>
                <a:cubicBezTo>
                  <a:pt x="118021" y="78776"/>
                  <a:pt x="121222" y="75575"/>
                  <a:pt x="125164" y="75575"/>
                </a:cubicBezTo>
                <a:close/>
                <a:moveTo>
                  <a:pt x="46256" y="75575"/>
                </a:moveTo>
                <a:cubicBezTo>
                  <a:pt x="48808" y="75575"/>
                  <a:pt x="51166" y="76937"/>
                  <a:pt x="52442" y="79147"/>
                </a:cubicBezTo>
                <a:cubicBezTo>
                  <a:pt x="53719" y="81357"/>
                  <a:pt x="53719" y="84080"/>
                  <a:pt x="52442" y="86291"/>
                </a:cubicBezTo>
                <a:cubicBezTo>
                  <a:pt x="51166" y="88501"/>
                  <a:pt x="48808" y="89862"/>
                  <a:pt x="46256" y="89862"/>
                </a:cubicBezTo>
                <a:cubicBezTo>
                  <a:pt x="42313" y="89862"/>
                  <a:pt x="39112" y="86661"/>
                  <a:pt x="39112" y="82719"/>
                </a:cubicBezTo>
                <a:cubicBezTo>
                  <a:pt x="39112" y="78776"/>
                  <a:pt x="42313" y="75575"/>
                  <a:pt x="46256" y="75575"/>
                </a:cubicBezTo>
                <a:close/>
                <a:moveTo>
                  <a:pt x="127724" y="46851"/>
                </a:moveTo>
                <a:lnTo>
                  <a:pt x="141982" y="22146"/>
                </a:lnTo>
                <a:cubicBezTo>
                  <a:pt x="142220" y="21818"/>
                  <a:pt x="142369" y="21431"/>
                  <a:pt x="142429" y="21015"/>
                </a:cubicBezTo>
                <a:cubicBezTo>
                  <a:pt x="142488" y="20598"/>
                  <a:pt x="142488" y="20211"/>
                  <a:pt x="142399" y="19794"/>
                </a:cubicBezTo>
                <a:cubicBezTo>
                  <a:pt x="142309" y="19377"/>
                  <a:pt x="142131" y="19020"/>
                  <a:pt x="141893" y="18693"/>
                </a:cubicBezTo>
                <a:cubicBezTo>
                  <a:pt x="141655" y="18365"/>
                  <a:pt x="141357" y="18098"/>
                  <a:pt x="141000" y="17889"/>
                </a:cubicBezTo>
                <a:cubicBezTo>
                  <a:pt x="140643" y="17681"/>
                  <a:pt x="140256" y="17562"/>
                  <a:pt x="139839" y="17502"/>
                </a:cubicBezTo>
                <a:cubicBezTo>
                  <a:pt x="139422" y="17443"/>
                  <a:pt x="139035" y="17502"/>
                  <a:pt x="138648" y="17621"/>
                </a:cubicBezTo>
                <a:cubicBezTo>
                  <a:pt x="138261" y="17740"/>
                  <a:pt x="137904" y="17949"/>
                  <a:pt x="137577" y="18187"/>
                </a:cubicBezTo>
                <a:cubicBezTo>
                  <a:pt x="137249" y="18425"/>
                  <a:pt x="137011" y="18782"/>
                  <a:pt x="136833" y="19139"/>
                </a:cubicBezTo>
                <a:lnTo>
                  <a:pt x="122396" y="44172"/>
                </a:lnTo>
                <a:cubicBezTo>
                  <a:pt x="110847" y="38993"/>
                  <a:pt x="98346" y="36314"/>
                  <a:pt x="85695" y="36314"/>
                </a:cubicBezTo>
                <a:cubicBezTo>
                  <a:pt x="73045" y="36314"/>
                  <a:pt x="60543" y="38993"/>
                  <a:pt x="48994" y="44172"/>
                </a:cubicBezTo>
                <a:lnTo>
                  <a:pt x="34588" y="19169"/>
                </a:lnTo>
                <a:cubicBezTo>
                  <a:pt x="34409" y="18812"/>
                  <a:pt x="34141" y="18484"/>
                  <a:pt x="33844" y="18217"/>
                </a:cubicBezTo>
                <a:cubicBezTo>
                  <a:pt x="33546" y="17949"/>
                  <a:pt x="33159" y="17770"/>
                  <a:pt x="32772" y="17651"/>
                </a:cubicBezTo>
                <a:cubicBezTo>
                  <a:pt x="32385" y="17532"/>
                  <a:pt x="31968" y="17502"/>
                  <a:pt x="31581" y="17532"/>
                </a:cubicBezTo>
                <a:cubicBezTo>
                  <a:pt x="31194" y="17562"/>
                  <a:pt x="30778" y="17711"/>
                  <a:pt x="30420" y="17919"/>
                </a:cubicBezTo>
                <a:cubicBezTo>
                  <a:pt x="30063" y="18127"/>
                  <a:pt x="29766" y="18395"/>
                  <a:pt x="29527" y="18723"/>
                </a:cubicBezTo>
                <a:cubicBezTo>
                  <a:pt x="29289" y="19050"/>
                  <a:pt x="29111" y="19437"/>
                  <a:pt x="29021" y="19824"/>
                </a:cubicBezTo>
                <a:cubicBezTo>
                  <a:pt x="28932" y="20211"/>
                  <a:pt x="28932" y="20628"/>
                  <a:pt x="28992" y="21044"/>
                </a:cubicBezTo>
                <a:cubicBezTo>
                  <a:pt x="29051" y="21461"/>
                  <a:pt x="29230" y="21818"/>
                  <a:pt x="29438" y="22175"/>
                </a:cubicBezTo>
                <a:lnTo>
                  <a:pt x="43696" y="46881"/>
                </a:lnTo>
                <a:cubicBezTo>
                  <a:pt x="19199" y="60186"/>
                  <a:pt x="2441" y="84981"/>
                  <a:pt x="0" y="114300"/>
                </a:cubicBezTo>
                <a:lnTo>
                  <a:pt x="171450" y="114300"/>
                </a:lnTo>
                <a:cubicBezTo>
                  <a:pt x="169009" y="84981"/>
                  <a:pt x="152251" y="60186"/>
                  <a:pt x="127724" y="4685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6" name="Text 34"/>
          <p:cNvSpPr/>
          <p:nvPr/>
        </p:nvSpPr>
        <p:spPr>
          <a:xfrm>
            <a:off x="4949800" y="3438525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Platform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45000" y="374332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 SDK 52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92600" y="4238625"/>
            <a:ext cx="3209925" cy="800100"/>
          </a:xfrm>
          <a:custGeom>
            <a:avLst/>
            <a:gdLst/>
            <a:ahLst/>
            <a:cxnLst/>
            <a:rect l="l" t="t" r="r" b="b"/>
            <a:pathLst>
              <a:path w="3209925" h="8001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723898"/>
                </a:lnTo>
                <a:cubicBezTo>
                  <a:pt x="3209925" y="765983"/>
                  <a:pt x="3175808" y="800100"/>
                  <a:pt x="31337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64050" y="4429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7150"/>
                </a:lnTo>
                <a:cubicBezTo>
                  <a:pt x="152400" y="46643"/>
                  <a:pt x="143857" y="38100"/>
                  <a:pt x="133350" y="38100"/>
                </a:cubicBezTo>
                <a:lnTo>
                  <a:pt x="21431" y="38100"/>
                </a:lnTo>
                <a:cubicBezTo>
                  <a:pt x="17472" y="38100"/>
                  <a:pt x="14288" y="34915"/>
                  <a:pt x="14288" y="30956"/>
                </a:cubicBezTo>
                <a:cubicBezTo>
                  <a:pt x="14288" y="26997"/>
                  <a:pt x="17472" y="23813"/>
                  <a:pt x="21431" y="23813"/>
                </a:cubicBezTo>
                <a:lnTo>
                  <a:pt x="135731" y="23813"/>
                </a:lnTo>
                <a:cubicBezTo>
                  <a:pt x="139690" y="23813"/>
                  <a:pt x="142875" y="20628"/>
                  <a:pt x="142875" y="16669"/>
                </a:cubicBezTo>
                <a:cubicBezTo>
                  <a:pt x="142875" y="12710"/>
                  <a:pt x="139690" y="9525"/>
                  <a:pt x="135731" y="9525"/>
                </a:cubicBezTo>
                <a:lnTo>
                  <a:pt x="19050" y="9525"/>
                </a:lnTo>
                <a:close/>
                <a:moveTo>
                  <a:pt x="123825" y="76200"/>
                </a:moveTo>
                <a:cubicBezTo>
                  <a:pt x="129082" y="76200"/>
                  <a:pt x="133350" y="80468"/>
                  <a:pt x="133350" y="85725"/>
                </a:cubicBezTo>
                <a:cubicBezTo>
                  <a:pt x="133350" y="90982"/>
                  <a:pt x="129082" y="95250"/>
                  <a:pt x="123825" y="95250"/>
                </a:cubicBezTo>
                <a:cubicBezTo>
                  <a:pt x="118568" y="95250"/>
                  <a:pt x="114300" y="90982"/>
                  <a:pt x="114300" y="85725"/>
                </a:cubicBezTo>
                <a:cubicBezTo>
                  <a:pt x="114300" y="80468"/>
                  <a:pt x="118568" y="76200"/>
                  <a:pt x="123825" y="7620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0" name="Text 38"/>
          <p:cNvSpPr/>
          <p:nvPr/>
        </p:nvSpPr>
        <p:spPr>
          <a:xfrm>
            <a:off x="4949800" y="439102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Wallet Support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45000" y="469582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Phantom, Solflare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92600" y="5191125"/>
            <a:ext cx="3209925" cy="800100"/>
          </a:xfrm>
          <a:custGeom>
            <a:avLst/>
            <a:gdLst/>
            <a:ahLst/>
            <a:cxnLst/>
            <a:rect l="l" t="t" r="r" b="b"/>
            <a:pathLst>
              <a:path w="3209925" h="800100">
                <a:moveTo>
                  <a:pt x="76202" y="0"/>
                </a:moveTo>
                <a:lnTo>
                  <a:pt x="3133723" y="0"/>
                </a:lnTo>
                <a:cubicBezTo>
                  <a:pt x="3175808" y="0"/>
                  <a:pt x="3209925" y="34117"/>
                  <a:pt x="3209925" y="76202"/>
                </a:cubicBezTo>
                <a:lnTo>
                  <a:pt x="3209925" y="723898"/>
                </a:lnTo>
                <a:cubicBezTo>
                  <a:pt x="3209925" y="765983"/>
                  <a:pt x="3175808" y="800100"/>
                  <a:pt x="31337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673575" y="53816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4" name="Text 42"/>
          <p:cNvSpPr/>
          <p:nvPr/>
        </p:nvSpPr>
        <p:spPr>
          <a:xfrm>
            <a:off x="4949800" y="5343525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45000" y="564832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minting service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32713" y="1452563"/>
            <a:ext cx="3676650" cy="5019675"/>
          </a:xfrm>
          <a:custGeom>
            <a:avLst/>
            <a:gdLst/>
            <a:ahLst/>
            <a:cxnLst/>
            <a:rect l="l" t="t" r="r" b="b"/>
            <a:pathLst>
              <a:path w="3676650" h="50196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4905368"/>
                </a:lnTo>
                <a:cubicBezTo>
                  <a:pt x="3676650" y="4968498"/>
                  <a:pt x="3625473" y="5019675"/>
                  <a:pt x="3562343" y="5019675"/>
                </a:cubicBezTo>
                <a:lnTo>
                  <a:pt x="114307" y="5019675"/>
                </a:lnTo>
                <a:cubicBezTo>
                  <a:pt x="51177" y="5019675"/>
                  <a:pt x="0" y="4968498"/>
                  <a:pt x="0" y="49053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66075" y="1685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8" name="Shape 46"/>
          <p:cNvSpPr/>
          <p:nvPr/>
        </p:nvSpPr>
        <p:spPr>
          <a:xfrm>
            <a:off x="8487519" y="18192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937575" y="1781175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Quality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70838" y="2338388"/>
            <a:ext cx="3200400" cy="809625"/>
          </a:xfrm>
          <a:custGeom>
            <a:avLst/>
            <a:gdLst/>
            <a:ahLst/>
            <a:cxnLst/>
            <a:rect l="l" t="t" r="r" b="b"/>
            <a:pathLst>
              <a:path w="3200400" h="809625">
                <a:moveTo>
                  <a:pt x="76202" y="0"/>
                </a:moveTo>
                <a:lnTo>
                  <a:pt x="3124198" y="0"/>
                </a:lnTo>
                <a:cubicBezTo>
                  <a:pt x="3166283" y="0"/>
                  <a:pt x="3200400" y="34117"/>
                  <a:pt x="3200400" y="76202"/>
                </a:cubicBezTo>
                <a:lnTo>
                  <a:pt x="3200400" y="733423"/>
                </a:lnTo>
                <a:cubicBezTo>
                  <a:pt x="3200400" y="775508"/>
                  <a:pt x="3166283" y="809625"/>
                  <a:pt x="312419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56575" y="25336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2" name="Text 50"/>
          <p:cNvSpPr/>
          <p:nvPr/>
        </p:nvSpPr>
        <p:spPr>
          <a:xfrm>
            <a:off x="8832800" y="249555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Source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28000" y="2800350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 License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70838" y="3309938"/>
            <a:ext cx="3200400" cy="809625"/>
          </a:xfrm>
          <a:custGeom>
            <a:avLst/>
            <a:gdLst/>
            <a:ahLst/>
            <a:cxnLst/>
            <a:rect l="l" t="t" r="r" b="b"/>
            <a:pathLst>
              <a:path w="3200400" h="809625">
                <a:moveTo>
                  <a:pt x="76202" y="0"/>
                </a:moveTo>
                <a:lnTo>
                  <a:pt x="3124198" y="0"/>
                </a:lnTo>
                <a:cubicBezTo>
                  <a:pt x="3166283" y="0"/>
                  <a:pt x="3200400" y="34117"/>
                  <a:pt x="3200400" y="76202"/>
                </a:cubicBezTo>
                <a:lnTo>
                  <a:pt x="3200400" y="733423"/>
                </a:lnTo>
                <a:cubicBezTo>
                  <a:pt x="3200400" y="775508"/>
                  <a:pt x="3166283" y="809625"/>
                  <a:pt x="312419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47050" y="3505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56" name="Text 54"/>
          <p:cNvSpPr/>
          <p:nvPr/>
        </p:nvSpPr>
        <p:spPr>
          <a:xfrm>
            <a:off x="8832800" y="34671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28000" y="3771900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crypto functions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70838" y="4281488"/>
            <a:ext cx="3200400" cy="809625"/>
          </a:xfrm>
          <a:custGeom>
            <a:avLst/>
            <a:gdLst/>
            <a:ahLst/>
            <a:cxnLst/>
            <a:rect l="l" t="t" r="r" b="b"/>
            <a:pathLst>
              <a:path w="3200400" h="809625">
                <a:moveTo>
                  <a:pt x="76202" y="0"/>
                </a:moveTo>
                <a:lnTo>
                  <a:pt x="3124198" y="0"/>
                </a:lnTo>
                <a:cubicBezTo>
                  <a:pt x="3166283" y="0"/>
                  <a:pt x="3200400" y="34117"/>
                  <a:pt x="3200400" y="76202"/>
                </a:cubicBezTo>
                <a:lnTo>
                  <a:pt x="3200400" y="733423"/>
                </a:lnTo>
                <a:cubicBezTo>
                  <a:pt x="3200400" y="775508"/>
                  <a:pt x="3166283" y="809625"/>
                  <a:pt x="312419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66100" y="44767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60" name="Text 58"/>
          <p:cNvSpPr/>
          <p:nvPr/>
        </p:nvSpPr>
        <p:spPr>
          <a:xfrm>
            <a:off x="8832800" y="443865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Audit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528000" y="4743450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hardcoded secrets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370838" y="5253038"/>
            <a:ext cx="3200400" cy="809625"/>
          </a:xfrm>
          <a:custGeom>
            <a:avLst/>
            <a:gdLst/>
            <a:ahLst/>
            <a:cxnLst/>
            <a:rect l="l" t="t" r="r" b="b"/>
            <a:pathLst>
              <a:path w="3200400" h="809625">
                <a:moveTo>
                  <a:pt x="76202" y="0"/>
                </a:moveTo>
                <a:lnTo>
                  <a:pt x="3124198" y="0"/>
                </a:lnTo>
                <a:cubicBezTo>
                  <a:pt x="3166283" y="0"/>
                  <a:pt x="3200400" y="34117"/>
                  <a:pt x="3200400" y="76202"/>
                </a:cubicBezTo>
                <a:lnTo>
                  <a:pt x="3200400" y="733423"/>
                </a:lnTo>
                <a:cubicBezTo>
                  <a:pt x="3200400" y="775508"/>
                  <a:pt x="3166283" y="809625"/>
                  <a:pt x="312419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56575" y="5448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64" name="Text 62"/>
          <p:cNvSpPr/>
          <p:nvPr/>
        </p:nvSpPr>
        <p:spPr>
          <a:xfrm>
            <a:off x="8832800" y="54102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528000" y="5715000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README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4976" y="10716"/>
                </a:moveTo>
                <a:lnTo>
                  <a:pt x="49459" y="10716"/>
                </a:lnTo>
                <a:cubicBezTo>
                  <a:pt x="39614" y="10716"/>
                  <a:pt x="31008" y="17446"/>
                  <a:pt x="28664" y="26990"/>
                </a:cubicBezTo>
                <a:lnTo>
                  <a:pt x="469" y="140810"/>
                </a:lnTo>
                <a:cubicBezTo>
                  <a:pt x="-2043" y="150923"/>
                  <a:pt x="5626" y="160734"/>
                  <a:pt x="16073" y="160734"/>
                </a:cubicBezTo>
                <a:lnTo>
                  <a:pt x="74976" y="160734"/>
                </a:lnTo>
                <a:lnTo>
                  <a:pt x="74976" y="139303"/>
                </a:lnTo>
                <a:cubicBezTo>
                  <a:pt x="74976" y="133376"/>
                  <a:pt x="79764" y="128588"/>
                  <a:pt x="85692" y="128588"/>
                </a:cubicBezTo>
                <a:cubicBezTo>
                  <a:pt x="91619" y="128588"/>
                  <a:pt x="96407" y="133376"/>
                  <a:pt x="96407" y="139303"/>
                </a:cubicBezTo>
                <a:lnTo>
                  <a:pt x="96407" y="160734"/>
                </a:lnTo>
                <a:lnTo>
                  <a:pt x="155377" y="160734"/>
                </a:lnTo>
                <a:cubicBezTo>
                  <a:pt x="165824" y="160734"/>
                  <a:pt x="173493" y="150923"/>
                  <a:pt x="170981" y="140810"/>
                </a:cubicBezTo>
                <a:lnTo>
                  <a:pt x="142819" y="26990"/>
                </a:lnTo>
                <a:cubicBezTo>
                  <a:pt x="140442" y="17446"/>
                  <a:pt x="131869" y="10716"/>
                  <a:pt x="121991" y="10716"/>
                </a:cubicBezTo>
                <a:lnTo>
                  <a:pt x="96407" y="10716"/>
                </a:lnTo>
                <a:lnTo>
                  <a:pt x="96407" y="32147"/>
                </a:lnTo>
                <a:cubicBezTo>
                  <a:pt x="96407" y="38074"/>
                  <a:pt x="91619" y="42863"/>
                  <a:pt x="85692" y="42863"/>
                </a:cubicBezTo>
                <a:cubicBezTo>
                  <a:pt x="79764" y="42863"/>
                  <a:pt x="74976" y="38074"/>
                  <a:pt x="74976" y="32147"/>
                </a:cubicBezTo>
                <a:lnTo>
                  <a:pt x="74976" y="10716"/>
                </a:lnTo>
                <a:close/>
                <a:moveTo>
                  <a:pt x="96407" y="75009"/>
                </a:moveTo>
                <a:lnTo>
                  <a:pt x="96407" y="96441"/>
                </a:lnTo>
                <a:cubicBezTo>
                  <a:pt x="96407" y="102368"/>
                  <a:pt x="91619" y="107156"/>
                  <a:pt x="85692" y="107156"/>
                </a:cubicBezTo>
                <a:cubicBezTo>
                  <a:pt x="79764" y="107156"/>
                  <a:pt x="74976" y="102368"/>
                  <a:pt x="74976" y="96441"/>
                </a:cubicBezTo>
                <a:lnTo>
                  <a:pt x="74976" y="75009"/>
                </a:lnTo>
                <a:cubicBezTo>
                  <a:pt x="74976" y="69082"/>
                  <a:pt x="79764" y="64294"/>
                  <a:pt x="85692" y="64294"/>
                </a:cubicBezTo>
                <a:cubicBezTo>
                  <a:pt x="91619" y="64294"/>
                  <a:pt x="96407" y="69082"/>
                  <a:pt x="96407" y="75009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149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Vision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1609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300" y="990600"/>
            <a:ext cx="1102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Hackathon to dApp Store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0525" y="1457325"/>
            <a:ext cx="11410950" cy="1276350"/>
          </a:xfrm>
          <a:custGeom>
            <a:avLst/>
            <a:gdLst/>
            <a:ahLst/>
            <a:cxnLst/>
            <a:rect l="l" t="t" r="r" b="b"/>
            <a:pathLst>
              <a:path w="11410950" h="1276350">
                <a:moveTo>
                  <a:pt x="114297" y="0"/>
                </a:moveTo>
                <a:lnTo>
                  <a:pt x="11296653" y="0"/>
                </a:lnTo>
                <a:cubicBezTo>
                  <a:pt x="11359735" y="0"/>
                  <a:pt x="11410950" y="51215"/>
                  <a:pt x="11410950" y="114297"/>
                </a:cubicBezTo>
                <a:lnTo>
                  <a:pt x="11410950" y="1162053"/>
                </a:lnTo>
                <a:cubicBezTo>
                  <a:pt x="11410950" y="1225135"/>
                  <a:pt x="11359735" y="1276350"/>
                  <a:pt x="11296653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0550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9" name="Text 7"/>
          <p:cNvSpPr/>
          <p:nvPr/>
        </p:nvSpPr>
        <p:spPr>
          <a:xfrm>
            <a:off x="617339" y="1714500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8289" y="18669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6350" y="1657350"/>
            <a:ext cx="1042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Solana dApp Store Launch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95400" y="205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3" name="Text 11"/>
          <p:cNvSpPr/>
          <p:nvPr/>
        </p:nvSpPr>
        <p:spPr>
          <a:xfrm>
            <a:off x="1543050" y="203835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Publish to dApp Store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15100" y="205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5" name="Text 13"/>
          <p:cNvSpPr/>
          <p:nvPr/>
        </p:nvSpPr>
        <p:spPr>
          <a:xfrm>
            <a:off x="6762750" y="203835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In-app SOL purchase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9540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7" name="Text 15"/>
          <p:cNvSpPr/>
          <p:nvPr/>
        </p:nvSpPr>
        <p:spPr>
          <a:xfrm>
            <a:off x="1543050" y="23431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sharing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510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9" name="Text 17"/>
          <p:cNvSpPr/>
          <p:nvPr/>
        </p:nvSpPr>
        <p:spPr>
          <a:xfrm>
            <a:off x="6762750" y="234315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minting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2900363"/>
            <a:ext cx="3695700" cy="3571875"/>
          </a:xfrm>
          <a:custGeom>
            <a:avLst/>
            <a:gdLst/>
            <a:ahLst/>
            <a:cxnLst/>
            <a:rect l="l" t="t" r="r" b="b"/>
            <a:pathLst>
              <a:path w="3695700" h="3571875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3457575"/>
                </a:lnTo>
                <a:cubicBezTo>
                  <a:pt x="3695700" y="3520659"/>
                  <a:pt x="3644484" y="3571875"/>
                  <a:pt x="3581400" y="3571875"/>
                </a:cubicBezTo>
                <a:lnTo>
                  <a:pt x="114300" y="3571875"/>
                </a:lnTo>
                <a:cubicBezTo>
                  <a:pt x="51216" y="3571875"/>
                  <a:pt x="0" y="3520659"/>
                  <a:pt x="0" y="3457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1025" y="3095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2" name="Text 20"/>
          <p:cNvSpPr/>
          <p:nvPr/>
        </p:nvSpPr>
        <p:spPr>
          <a:xfrm>
            <a:off x="590848" y="3114675"/>
            <a:ext cx="43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A1D2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560" y="3267075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525" y="3190875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Creator Economy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5313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3667125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NFT marketplace integration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5313" y="3990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" y="3933825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Royalty splits for collaborations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5313" y="42576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" y="4200525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photographer badges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5313" y="45243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" y="4467225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Auto-generated portfolios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46513" y="2900363"/>
            <a:ext cx="3695700" cy="3571875"/>
          </a:xfrm>
          <a:custGeom>
            <a:avLst/>
            <a:gdLst/>
            <a:ahLst/>
            <a:cxnLst/>
            <a:rect l="l" t="t" r="r" b="b"/>
            <a:pathLst>
              <a:path w="3695700" h="3571875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3457575"/>
                </a:lnTo>
                <a:cubicBezTo>
                  <a:pt x="3695700" y="3520659"/>
                  <a:pt x="3644484" y="3571875"/>
                  <a:pt x="3581400" y="3571875"/>
                </a:cubicBezTo>
                <a:lnTo>
                  <a:pt x="114300" y="3571875"/>
                </a:lnTo>
                <a:cubicBezTo>
                  <a:pt x="51216" y="3571875"/>
                  <a:pt x="0" y="3520659"/>
                  <a:pt x="0" y="3457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41775" y="3095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5" name="Text 33"/>
          <p:cNvSpPr/>
          <p:nvPr/>
        </p:nvSpPr>
        <p:spPr>
          <a:xfrm>
            <a:off x="4451598" y="3114675"/>
            <a:ext cx="43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37311" y="3267075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13275" y="3190875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56063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9" name="Text 37"/>
          <p:cNvSpPr/>
          <p:nvPr/>
        </p:nvSpPr>
        <p:spPr>
          <a:xfrm>
            <a:off x="4660850" y="3667125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Press/journalism verification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56063" y="3990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1" name="Text 39"/>
          <p:cNvSpPr/>
          <p:nvPr/>
        </p:nvSpPr>
        <p:spPr>
          <a:xfrm>
            <a:off x="4660850" y="3933825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evidence timestamping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56063" y="42576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3" name="Text 41"/>
          <p:cNvSpPr/>
          <p:nvPr/>
        </p:nvSpPr>
        <p:spPr>
          <a:xfrm>
            <a:off x="4660850" y="4200525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claim documentation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56063" y="45243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5" name="Text 43"/>
          <p:cNvSpPr/>
          <p:nvPr/>
        </p:nvSpPr>
        <p:spPr>
          <a:xfrm>
            <a:off x="4660850" y="4467225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White-label licensing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07338" y="2900363"/>
            <a:ext cx="3695700" cy="3571875"/>
          </a:xfrm>
          <a:custGeom>
            <a:avLst/>
            <a:gdLst/>
            <a:ahLst/>
            <a:cxnLst/>
            <a:rect l="l" t="t" r="r" b="b"/>
            <a:pathLst>
              <a:path w="3695700" h="3571875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3457575"/>
                </a:lnTo>
                <a:cubicBezTo>
                  <a:pt x="3695700" y="3520659"/>
                  <a:pt x="3644484" y="3571875"/>
                  <a:pt x="3581400" y="3571875"/>
                </a:cubicBezTo>
                <a:lnTo>
                  <a:pt x="114300" y="3571875"/>
                </a:lnTo>
                <a:cubicBezTo>
                  <a:pt x="51216" y="3571875"/>
                  <a:pt x="0" y="3520659"/>
                  <a:pt x="0" y="3457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02600" y="3095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8" name="Text 46"/>
          <p:cNvSpPr/>
          <p:nvPr/>
        </p:nvSpPr>
        <p:spPr>
          <a:xfrm>
            <a:off x="8381181" y="3114675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A1D21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66894" y="32670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874100" y="3190875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16888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2" name="Text 50"/>
          <p:cNvSpPr/>
          <p:nvPr/>
        </p:nvSpPr>
        <p:spPr>
          <a:xfrm>
            <a:off x="8521675" y="3667125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 version (React Native)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16888" y="3990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4" name="Text 52"/>
          <p:cNvSpPr/>
          <p:nvPr/>
        </p:nvSpPr>
        <p:spPr>
          <a:xfrm>
            <a:off x="8521675" y="393382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 sync (already built)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16888" y="42576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6" name="Text 54"/>
          <p:cNvSpPr/>
          <p:nvPr/>
        </p:nvSpPr>
        <p:spPr>
          <a:xfrm>
            <a:off x="8521675" y="420052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detection integration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16888" y="45243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8" name="Text 56"/>
          <p:cNvSpPr/>
          <p:nvPr/>
        </p:nvSpPr>
        <p:spPr>
          <a:xfrm>
            <a:off x="8521675" y="4467225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expansion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8872" y="5619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2343" y="-8673"/>
                </a:moveTo>
                <a:cubicBezTo>
                  <a:pt x="77856" y="-11419"/>
                  <a:pt x="72197" y="-11419"/>
                  <a:pt x="67709" y="-8673"/>
                </a:cubicBezTo>
                <a:cubicBezTo>
                  <a:pt x="59539" y="-3683"/>
                  <a:pt x="54482" y="-2344"/>
                  <a:pt x="44905" y="-2545"/>
                </a:cubicBezTo>
                <a:cubicBezTo>
                  <a:pt x="39648" y="-2679"/>
                  <a:pt x="34759" y="167"/>
                  <a:pt x="32214" y="4789"/>
                </a:cubicBezTo>
                <a:cubicBezTo>
                  <a:pt x="27626" y="13194"/>
                  <a:pt x="23909" y="16911"/>
                  <a:pt x="15504" y="21498"/>
                </a:cubicBezTo>
                <a:cubicBezTo>
                  <a:pt x="10883" y="24010"/>
                  <a:pt x="8070" y="28932"/>
                  <a:pt x="8171" y="34190"/>
                </a:cubicBezTo>
                <a:cubicBezTo>
                  <a:pt x="8405" y="43767"/>
                  <a:pt x="7032" y="48823"/>
                  <a:pt x="2043" y="56994"/>
                </a:cubicBezTo>
                <a:cubicBezTo>
                  <a:pt x="-703" y="61481"/>
                  <a:pt x="-703" y="67140"/>
                  <a:pt x="2043" y="71627"/>
                </a:cubicBezTo>
                <a:cubicBezTo>
                  <a:pt x="7032" y="79798"/>
                  <a:pt x="8372" y="84854"/>
                  <a:pt x="8171" y="94431"/>
                </a:cubicBezTo>
                <a:cubicBezTo>
                  <a:pt x="8037" y="99689"/>
                  <a:pt x="10883" y="104578"/>
                  <a:pt x="15504" y="107123"/>
                </a:cubicBezTo>
                <a:cubicBezTo>
                  <a:pt x="22905" y="111175"/>
                  <a:pt x="26655" y="114523"/>
                  <a:pt x="30607" y="121020"/>
                </a:cubicBezTo>
                <a:lnTo>
                  <a:pt x="14299" y="153535"/>
                </a:lnTo>
                <a:cubicBezTo>
                  <a:pt x="12323" y="157520"/>
                  <a:pt x="13930" y="162342"/>
                  <a:pt x="17882" y="164317"/>
                </a:cubicBezTo>
                <a:lnTo>
                  <a:pt x="46680" y="178717"/>
                </a:lnTo>
                <a:cubicBezTo>
                  <a:pt x="50531" y="180625"/>
                  <a:pt x="55219" y="179185"/>
                  <a:pt x="57295" y="175435"/>
                </a:cubicBezTo>
                <a:lnTo>
                  <a:pt x="74976" y="143589"/>
                </a:lnTo>
                <a:lnTo>
                  <a:pt x="92657" y="175435"/>
                </a:lnTo>
                <a:cubicBezTo>
                  <a:pt x="94733" y="179185"/>
                  <a:pt x="99421" y="180659"/>
                  <a:pt x="103272" y="178717"/>
                </a:cubicBezTo>
                <a:lnTo>
                  <a:pt x="132070" y="164317"/>
                </a:lnTo>
                <a:cubicBezTo>
                  <a:pt x="136055" y="162342"/>
                  <a:pt x="137662" y="157520"/>
                  <a:pt x="135653" y="153535"/>
                </a:cubicBezTo>
                <a:lnTo>
                  <a:pt x="119379" y="120986"/>
                </a:lnTo>
                <a:cubicBezTo>
                  <a:pt x="123297" y="114490"/>
                  <a:pt x="127081" y="111141"/>
                  <a:pt x="134481" y="107089"/>
                </a:cubicBezTo>
                <a:cubicBezTo>
                  <a:pt x="139102" y="104578"/>
                  <a:pt x="141915" y="99655"/>
                  <a:pt x="141815" y="94398"/>
                </a:cubicBezTo>
                <a:cubicBezTo>
                  <a:pt x="141580" y="84821"/>
                  <a:pt x="142953" y="79764"/>
                  <a:pt x="147943" y="71594"/>
                </a:cubicBezTo>
                <a:cubicBezTo>
                  <a:pt x="150688" y="67107"/>
                  <a:pt x="150688" y="61447"/>
                  <a:pt x="147943" y="56960"/>
                </a:cubicBezTo>
                <a:cubicBezTo>
                  <a:pt x="142953" y="48790"/>
                  <a:pt x="141614" y="43733"/>
                  <a:pt x="141815" y="34156"/>
                </a:cubicBezTo>
                <a:cubicBezTo>
                  <a:pt x="141949" y="28899"/>
                  <a:pt x="139102" y="24010"/>
                  <a:pt x="134481" y="21465"/>
                </a:cubicBezTo>
                <a:cubicBezTo>
                  <a:pt x="126076" y="16877"/>
                  <a:pt x="122359" y="13160"/>
                  <a:pt x="117771" y="4755"/>
                </a:cubicBezTo>
                <a:cubicBezTo>
                  <a:pt x="115260" y="134"/>
                  <a:pt x="110337" y="-2679"/>
                  <a:pt x="105080" y="-2578"/>
                </a:cubicBezTo>
                <a:cubicBezTo>
                  <a:pt x="95503" y="-2344"/>
                  <a:pt x="90447" y="-3717"/>
                  <a:pt x="82276" y="-8706"/>
                </a:cubicBezTo>
                <a:close/>
                <a:moveTo>
                  <a:pt x="75009" y="32147"/>
                </a:moveTo>
                <a:cubicBezTo>
                  <a:pt x="92752" y="32147"/>
                  <a:pt x="107156" y="46551"/>
                  <a:pt x="107156" y="64294"/>
                </a:cubicBezTo>
                <a:cubicBezTo>
                  <a:pt x="107156" y="82036"/>
                  <a:pt x="92752" y="96441"/>
                  <a:pt x="75009" y="96441"/>
                </a:cubicBezTo>
                <a:cubicBezTo>
                  <a:pt x="57267" y="96441"/>
                  <a:pt x="42863" y="82036"/>
                  <a:pt x="42863" y="64294"/>
                </a:cubicBezTo>
                <a:cubicBezTo>
                  <a:pt x="42863" y="46551"/>
                  <a:pt x="57267" y="32147"/>
                  <a:pt x="75009" y="32147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4705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Criteria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481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PhotoLynk Wins Monolith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85863"/>
            <a:ext cx="5610225" cy="2543175"/>
          </a:xfrm>
          <a:custGeom>
            <a:avLst/>
            <a:gdLst/>
            <a:ahLst/>
            <a:cxnLst/>
            <a:rect l="l" t="t" r="r" b="b"/>
            <a:pathLst>
              <a:path w="5610225" h="2543175">
                <a:moveTo>
                  <a:pt x="114290" y="0"/>
                </a:moveTo>
                <a:lnTo>
                  <a:pt x="5495935" y="0"/>
                </a:lnTo>
                <a:cubicBezTo>
                  <a:pt x="5559055" y="0"/>
                  <a:pt x="5610225" y="51170"/>
                  <a:pt x="5610225" y="114290"/>
                </a:cubicBezTo>
                <a:lnTo>
                  <a:pt x="5610225" y="2428885"/>
                </a:lnTo>
                <a:cubicBezTo>
                  <a:pt x="5610225" y="2492005"/>
                  <a:pt x="5559055" y="2543175"/>
                  <a:pt x="5495935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 w="12700">
            <a:solidFill>
              <a:srgbClr val="9945FF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125" y="1419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8" name="Shape 6"/>
          <p:cNvSpPr/>
          <p:nvPr/>
        </p:nvSpPr>
        <p:spPr>
          <a:xfrm>
            <a:off x="785813" y="15716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78581"/>
                </a:moveTo>
                <a:lnTo>
                  <a:pt x="0" y="128588"/>
                </a:lnTo>
                <a:cubicBezTo>
                  <a:pt x="0" y="183818"/>
                  <a:pt x="44782" y="228600"/>
                  <a:pt x="100013" y="228600"/>
                </a:cubicBezTo>
                <a:cubicBezTo>
                  <a:pt x="155243" y="228600"/>
                  <a:pt x="200025" y="183818"/>
                  <a:pt x="200025" y="128588"/>
                </a:cubicBezTo>
                <a:lnTo>
                  <a:pt x="200025" y="78581"/>
                </a:lnTo>
                <a:lnTo>
                  <a:pt x="142875" y="78581"/>
                </a:lnTo>
                <a:lnTo>
                  <a:pt x="142875" y="128588"/>
                </a:lnTo>
                <a:cubicBezTo>
                  <a:pt x="142875" y="152251"/>
                  <a:pt x="123676" y="171450"/>
                  <a:pt x="100013" y="171450"/>
                </a:cubicBezTo>
                <a:cubicBezTo>
                  <a:pt x="76349" y="171450"/>
                  <a:pt x="57150" y="152251"/>
                  <a:pt x="57150" y="128588"/>
                </a:cubicBezTo>
                <a:lnTo>
                  <a:pt x="57150" y="78581"/>
                </a:lnTo>
                <a:lnTo>
                  <a:pt x="0" y="78581"/>
                </a:lnTo>
                <a:close/>
                <a:moveTo>
                  <a:pt x="0" y="57150"/>
                </a:moveTo>
                <a:lnTo>
                  <a:pt x="57150" y="57150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ubicBezTo>
                  <a:pt x="6385" y="14288"/>
                  <a:pt x="0" y="20672"/>
                  <a:pt x="0" y="28575"/>
                </a:cubicBezTo>
                <a:lnTo>
                  <a:pt x="0" y="57150"/>
                </a:lnTo>
                <a:close/>
                <a:moveTo>
                  <a:pt x="142875" y="57150"/>
                </a:moveTo>
                <a:lnTo>
                  <a:pt x="200025" y="57150"/>
                </a:lnTo>
                <a:lnTo>
                  <a:pt x="200025" y="28575"/>
                </a:lnTo>
                <a:cubicBezTo>
                  <a:pt x="200025" y="20672"/>
                  <a:pt x="193640" y="14288"/>
                  <a:pt x="185738" y="14288"/>
                </a:cubicBezTo>
                <a:lnTo>
                  <a:pt x="157163" y="14288"/>
                </a:lnTo>
                <a:cubicBezTo>
                  <a:pt x="149260" y="14288"/>
                  <a:pt x="142875" y="20672"/>
                  <a:pt x="142875" y="28575"/>
                </a:cubicBezTo>
                <a:lnTo>
                  <a:pt x="142875" y="571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66825" y="1457325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6825" y="1647825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Stickiness &amp; PMF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8175" y="2143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2" name="Text 10"/>
          <p:cNvSpPr/>
          <p:nvPr/>
        </p:nvSpPr>
        <p:spPr>
          <a:xfrm>
            <a:off x="885825" y="2105025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habit: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Photographers mint like Instagram posting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8175" y="2447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4" name="Text 12"/>
          <p:cNvSpPr/>
          <p:nvPr/>
        </p:nvSpPr>
        <p:spPr>
          <a:xfrm>
            <a:off x="885825" y="240982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Seeker fit: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Mobile-first crypto users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8175" y="2752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6" name="Text 14"/>
          <p:cNvSpPr/>
          <p:nvPr/>
        </p:nvSpPr>
        <p:spPr>
          <a:xfrm>
            <a:off x="885825" y="2714625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effects: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Certificates shareable/verifiable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8175" y="3057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18" name="Text 16"/>
          <p:cNvSpPr/>
          <p:nvPr/>
        </p:nvSpPr>
        <p:spPr>
          <a:xfrm>
            <a:off x="885825" y="3019425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StealthCloud backup = ongoing utility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6013" y="1185863"/>
            <a:ext cx="5610225" cy="2543175"/>
          </a:xfrm>
          <a:custGeom>
            <a:avLst/>
            <a:gdLst/>
            <a:ahLst/>
            <a:cxnLst/>
            <a:rect l="l" t="t" r="r" b="b"/>
            <a:pathLst>
              <a:path w="5610225" h="2543175">
                <a:moveTo>
                  <a:pt x="114290" y="0"/>
                </a:moveTo>
                <a:lnTo>
                  <a:pt x="5495935" y="0"/>
                </a:lnTo>
                <a:cubicBezTo>
                  <a:pt x="5559055" y="0"/>
                  <a:pt x="5610225" y="51170"/>
                  <a:pt x="5610225" y="114290"/>
                </a:cubicBezTo>
                <a:lnTo>
                  <a:pt x="5610225" y="2428885"/>
                </a:lnTo>
                <a:cubicBezTo>
                  <a:pt x="5610225" y="2492005"/>
                  <a:pt x="5559055" y="2543175"/>
                  <a:pt x="5495935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9375" y="1419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53200" y="15716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73427" y="59248"/>
                </a:moveTo>
                <a:lnTo>
                  <a:pt x="237708" y="116398"/>
                </a:lnTo>
                <a:cubicBezTo>
                  <a:pt x="235833" y="119390"/>
                  <a:pt x="232618" y="121265"/>
                  <a:pt x="229091" y="121444"/>
                </a:cubicBezTo>
                <a:cubicBezTo>
                  <a:pt x="225564" y="121622"/>
                  <a:pt x="222171" y="120015"/>
                  <a:pt x="220072" y="117157"/>
                </a:cubicBezTo>
                <a:lnTo>
                  <a:pt x="198641" y="88582"/>
                </a:lnTo>
                <a:cubicBezTo>
                  <a:pt x="195069" y="83850"/>
                  <a:pt x="196051" y="77152"/>
                  <a:pt x="200784" y="73581"/>
                </a:cubicBezTo>
                <a:cubicBezTo>
                  <a:pt x="205517" y="70009"/>
                  <a:pt x="212214" y="70991"/>
                  <a:pt x="215786" y="75724"/>
                </a:cubicBezTo>
                <a:lnTo>
                  <a:pt x="227841" y="91797"/>
                </a:lnTo>
                <a:lnTo>
                  <a:pt x="255255" y="47908"/>
                </a:lnTo>
                <a:cubicBezTo>
                  <a:pt x="258381" y="42907"/>
                  <a:pt x="264988" y="41344"/>
                  <a:pt x="270034" y="44514"/>
                </a:cubicBezTo>
                <a:cubicBezTo>
                  <a:pt x="275079" y="47685"/>
                  <a:pt x="276597" y="54248"/>
                  <a:pt x="273427" y="5929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7077075" y="145732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77075" y="1647825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8425" y="2143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5" name="Text 23"/>
          <p:cNvSpPr/>
          <p:nvPr/>
        </p:nvSpPr>
        <p:spPr>
          <a:xfrm>
            <a:off x="6696075" y="2105025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One-tap minting: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 taps, 5 seconds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8425" y="2447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7" name="Text 25"/>
          <p:cNvSpPr/>
          <p:nvPr/>
        </p:nvSpPr>
        <p:spPr>
          <a:xfrm>
            <a:off x="6696075" y="240982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Biometric security: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passwords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8425" y="2752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9" name="Text 27"/>
          <p:cNvSpPr/>
          <p:nvPr/>
        </p:nvSpPr>
        <p:spPr>
          <a:xfrm>
            <a:off x="6696075" y="2714625"/>
            <a:ext cx="2276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UI: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Certificate viewer is polished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8425" y="3057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1" name="Text 29"/>
          <p:cNvSpPr/>
          <p:nvPr/>
        </p:nvSpPr>
        <p:spPr>
          <a:xfrm>
            <a:off x="6696075" y="3019425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Solana speed = real-time feel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5763" y="3929063"/>
            <a:ext cx="5610225" cy="2543175"/>
          </a:xfrm>
          <a:custGeom>
            <a:avLst/>
            <a:gdLst/>
            <a:ahLst/>
            <a:cxnLst/>
            <a:rect l="l" t="t" r="r" b="b"/>
            <a:pathLst>
              <a:path w="5610225" h="2543175">
                <a:moveTo>
                  <a:pt x="114290" y="0"/>
                </a:moveTo>
                <a:lnTo>
                  <a:pt x="5495935" y="0"/>
                </a:lnTo>
                <a:cubicBezTo>
                  <a:pt x="5559055" y="0"/>
                  <a:pt x="5610225" y="51170"/>
                  <a:pt x="5610225" y="114290"/>
                </a:cubicBezTo>
                <a:lnTo>
                  <a:pt x="5610225" y="2428885"/>
                </a:lnTo>
                <a:cubicBezTo>
                  <a:pt x="5610225" y="2492005"/>
                  <a:pt x="5559055" y="2543175"/>
                  <a:pt x="5495935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125" y="4162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00100" y="43148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66825" y="4200525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66825" y="439102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 / X-factor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175" y="4886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8" name="Text 36"/>
          <p:cNvSpPr/>
          <p:nvPr/>
        </p:nvSpPr>
        <p:spPr>
          <a:xfrm>
            <a:off x="885825" y="4848225"/>
            <a:ext cx="3076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mobile app with full crypto proof stack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175" y="5191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0" name="Text 38"/>
          <p:cNvSpPr/>
          <p:nvPr/>
        </p:nvSpPr>
        <p:spPr>
          <a:xfrm>
            <a:off x="885825" y="5153025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depth: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RFC 3161, C2PA, 4-layer hashing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175" y="5495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2" name="Text 40"/>
          <p:cNvSpPr/>
          <p:nvPr/>
        </p:nvSpPr>
        <p:spPr>
          <a:xfrm>
            <a:off x="885825" y="5457825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Novel use case: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Authenticity (not just collectibles)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8175" y="5800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4" name="Text 42"/>
          <p:cNvSpPr/>
          <p:nvPr/>
        </p:nvSpPr>
        <p:spPr>
          <a:xfrm>
            <a:off x="885825" y="5762625"/>
            <a:ext cx="2790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Already deployed, real users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6013" y="3929063"/>
            <a:ext cx="5610225" cy="2543175"/>
          </a:xfrm>
          <a:custGeom>
            <a:avLst/>
            <a:gdLst/>
            <a:ahLst/>
            <a:cxnLst/>
            <a:rect l="l" t="t" r="r" b="b"/>
            <a:pathLst>
              <a:path w="5610225" h="2543175">
                <a:moveTo>
                  <a:pt x="114290" y="0"/>
                </a:moveTo>
                <a:lnTo>
                  <a:pt x="5495935" y="0"/>
                </a:lnTo>
                <a:cubicBezTo>
                  <a:pt x="5559055" y="0"/>
                  <a:pt x="5610225" y="51170"/>
                  <a:pt x="5610225" y="114290"/>
                </a:cubicBezTo>
                <a:lnTo>
                  <a:pt x="5610225" y="2428885"/>
                </a:lnTo>
                <a:cubicBezTo>
                  <a:pt x="5610225" y="2492005"/>
                  <a:pt x="5559055" y="2543175"/>
                  <a:pt x="5495935" y="2543175"/>
                </a:cubicBezTo>
                <a:lnTo>
                  <a:pt x="114290" y="2543175"/>
                </a:lnTo>
                <a:cubicBezTo>
                  <a:pt x="51170" y="2543175"/>
                  <a:pt x="0" y="2492005"/>
                  <a:pt x="0" y="24288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 w="12700">
            <a:solidFill>
              <a:srgbClr val="14F195">
                <a:alpha val="5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29375" y="4162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7" name="Shape 45"/>
          <p:cNvSpPr/>
          <p:nvPr/>
        </p:nvSpPr>
        <p:spPr>
          <a:xfrm>
            <a:off x="6581775" y="4314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Text 46"/>
          <p:cNvSpPr/>
          <p:nvPr/>
        </p:nvSpPr>
        <p:spPr>
          <a:xfrm>
            <a:off x="7077075" y="4200525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77075" y="439102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&amp; Demo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48425" y="4886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1" name="Text 49"/>
          <p:cNvSpPr/>
          <p:nvPr/>
        </p:nvSpPr>
        <p:spPr>
          <a:xfrm>
            <a:off x="6696075" y="4848225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problem/solution: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Deepfakes → blockchain proof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48425" y="5191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3" name="Text 51"/>
          <p:cNvSpPr/>
          <p:nvPr/>
        </p:nvSpPr>
        <p:spPr>
          <a:xfrm>
            <a:off x="6696075" y="5153025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Working APK, real mainnet transactions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48425" y="5495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5" name="Text 53"/>
          <p:cNvSpPr/>
          <p:nvPr/>
        </p:nvSpPr>
        <p:spPr>
          <a:xfrm>
            <a:off x="6696075" y="545782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credibility: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 source, detailed docs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48425" y="5800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7" name="Text 55"/>
          <p:cNvSpPr/>
          <p:nvPr/>
        </p:nvSpPr>
        <p:spPr>
          <a:xfrm>
            <a:off x="6696075" y="5762625"/>
            <a:ext cx="3038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opportunity: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1B+ smartphone photographers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4F19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8872" y="5619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381000"/>
            <a:ext cx="2066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45" kern="0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33400"/>
            <a:ext cx="2181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Viktor Vishyn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300" y="990600"/>
            <a:ext cx="1102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Full-Stack Developer &amp; Founder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5591175" cy="2828925"/>
          </a:xfrm>
          <a:custGeom>
            <a:avLst/>
            <a:gdLst/>
            <a:ahLst/>
            <a:cxnLst/>
            <a:rect l="l" t="t" r="r" b="b"/>
            <a:pathLst>
              <a:path w="5591175" h="2828925">
                <a:moveTo>
                  <a:pt x="114289" y="0"/>
                </a:moveTo>
                <a:lnTo>
                  <a:pt x="5476886" y="0"/>
                </a:lnTo>
                <a:cubicBezTo>
                  <a:pt x="5539964" y="0"/>
                  <a:pt x="5591175" y="51211"/>
                  <a:pt x="5591175" y="114289"/>
                </a:cubicBezTo>
                <a:lnTo>
                  <a:pt x="5591175" y="2714636"/>
                </a:lnTo>
                <a:cubicBezTo>
                  <a:pt x="5591175" y="2777756"/>
                  <a:pt x="5540006" y="2828925"/>
                  <a:pt x="5476886" y="2828925"/>
                </a:cubicBezTo>
                <a:lnTo>
                  <a:pt x="114289" y="2828925"/>
                </a:lnTo>
                <a:cubicBezTo>
                  <a:pt x="51211" y="2828925"/>
                  <a:pt x="0" y="2777714"/>
                  <a:pt x="0" y="271463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4838" y="1685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414" y="17859"/>
                </a:moveTo>
                <a:lnTo>
                  <a:pt x="116086" y="17859"/>
                </a:lnTo>
                <a:cubicBezTo>
                  <a:pt x="117723" y="17859"/>
                  <a:pt x="119063" y="19199"/>
                  <a:pt x="119063" y="20836"/>
                </a:cubicBezTo>
                <a:lnTo>
                  <a:pt x="119063" y="35719"/>
                </a:lnTo>
                <a:lnTo>
                  <a:pt x="71438" y="35719"/>
                </a:lnTo>
                <a:lnTo>
                  <a:pt x="71438" y="20836"/>
                </a:lnTo>
                <a:cubicBezTo>
                  <a:pt x="71438" y="19199"/>
                  <a:pt x="72777" y="17859"/>
                  <a:pt x="74414" y="17859"/>
                </a:cubicBezTo>
                <a:close/>
                <a:moveTo>
                  <a:pt x="53578" y="20836"/>
                </a:moveTo>
                <a:lnTo>
                  <a:pt x="53578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95250"/>
                </a:lnTo>
                <a:lnTo>
                  <a:pt x="190500" y="95250"/>
                </a:ln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6922" y="35719"/>
                </a:lnTo>
                <a:lnTo>
                  <a:pt x="136922" y="20836"/>
                </a:lnTo>
                <a:cubicBezTo>
                  <a:pt x="136922" y="9339"/>
                  <a:pt x="127583" y="0"/>
                  <a:pt x="116086" y="0"/>
                </a:cubicBezTo>
                <a:lnTo>
                  <a:pt x="74414" y="0"/>
                </a:lnTo>
                <a:cubicBezTo>
                  <a:pt x="62917" y="0"/>
                  <a:pt x="53578" y="9339"/>
                  <a:pt x="53578" y="20836"/>
                </a:cubicBezTo>
                <a:close/>
                <a:moveTo>
                  <a:pt x="190500" y="113109"/>
                </a:moveTo>
                <a:lnTo>
                  <a:pt x="119063" y="113109"/>
                </a:lnTo>
                <a:lnTo>
                  <a:pt x="119063" y="119063"/>
                </a:lnTo>
                <a:cubicBezTo>
                  <a:pt x="119063" y="125648"/>
                  <a:pt x="113742" y="130969"/>
                  <a:pt x="107156" y="130969"/>
                </a:cubicBezTo>
                <a:lnTo>
                  <a:pt x="83344" y="130969"/>
                </a:lnTo>
                <a:cubicBezTo>
                  <a:pt x="76758" y="130969"/>
                  <a:pt x="71438" y="125648"/>
                  <a:pt x="71438" y="119063"/>
                </a:cubicBezTo>
                <a:lnTo>
                  <a:pt x="71438" y="113109"/>
                </a:lnTo>
                <a:lnTo>
                  <a:pt x="0" y="113109"/>
                </a:ln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113109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9" name="Text 7"/>
          <p:cNvSpPr/>
          <p:nvPr/>
        </p:nvSpPr>
        <p:spPr>
          <a:xfrm>
            <a:off x="819150" y="16478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25" y="2066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0797" y="21526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0125" y="2066925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 Years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0125" y="2295525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engineering experience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25" y="2600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0797" y="26860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9258" y="25003"/>
                </a:moveTo>
                <a:cubicBezTo>
                  <a:pt x="104935" y="25003"/>
                  <a:pt x="100742" y="26175"/>
                  <a:pt x="97069" y="28311"/>
                </a:cubicBezTo>
                <a:cubicBezTo>
                  <a:pt x="92954" y="24144"/>
                  <a:pt x="88162" y="20654"/>
                  <a:pt x="82875" y="18023"/>
                </a:cubicBezTo>
                <a:cubicBezTo>
                  <a:pt x="90220" y="11772"/>
                  <a:pt x="99570" y="8334"/>
                  <a:pt x="109258" y="8334"/>
                </a:cubicBezTo>
                <a:cubicBezTo>
                  <a:pt x="131761" y="8334"/>
                  <a:pt x="150019" y="26566"/>
                  <a:pt x="150019" y="49095"/>
                </a:cubicBezTo>
                <a:cubicBezTo>
                  <a:pt x="150019" y="59903"/>
                  <a:pt x="145721" y="70269"/>
                  <a:pt x="138090" y="77900"/>
                </a:cubicBezTo>
                <a:lnTo>
                  <a:pt x="119572" y="96418"/>
                </a:lnTo>
                <a:cubicBezTo>
                  <a:pt x="111941" y="104049"/>
                  <a:pt x="101575" y="108347"/>
                  <a:pt x="90767" y="108347"/>
                </a:cubicBezTo>
                <a:cubicBezTo>
                  <a:pt x="68264" y="108347"/>
                  <a:pt x="50006" y="90115"/>
                  <a:pt x="50006" y="67587"/>
                </a:cubicBezTo>
                <a:cubicBezTo>
                  <a:pt x="50006" y="67196"/>
                  <a:pt x="50006" y="66805"/>
                  <a:pt x="50032" y="66415"/>
                </a:cubicBezTo>
                <a:cubicBezTo>
                  <a:pt x="50163" y="61805"/>
                  <a:pt x="53991" y="58184"/>
                  <a:pt x="58601" y="58315"/>
                </a:cubicBezTo>
                <a:cubicBezTo>
                  <a:pt x="63211" y="58445"/>
                  <a:pt x="66831" y="62273"/>
                  <a:pt x="66701" y="66883"/>
                </a:cubicBezTo>
                <a:cubicBezTo>
                  <a:pt x="66701" y="67118"/>
                  <a:pt x="66701" y="67352"/>
                  <a:pt x="66701" y="67561"/>
                </a:cubicBezTo>
                <a:cubicBezTo>
                  <a:pt x="66701" y="80869"/>
                  <a:pt x="77484" y="91652"/>
                  <a:pt x="90793" y="91652"/>
                </a:cubicBezTo>
                <a:cubicBezTo>
                  <a:pt x="97174" y="91652"/>
                  <a:pt x="103294" y="89126"/>
                  <a:pt x="107826" y="84594"/>
                </a:cubicBezTo>
                <a:lnTo>
                  <a:pt x="126344" y="66076"/>
                </a:lnTo>
                <a:cubicBezTo>
                  <a:pt x="130850" y="61570"/>
                  <a:pt x="133402" y="55424"/>
                  <a:pt x="133402" y="49043"/>
                </a:cubicBezTo>
                <a:cubicBezTo>
                  <a:pt x="133402" y="35734"/>
                  <a:pt x="122619" y="24951"/>
                  <a:pt x="109311" y="24951"/>
                </a:cubicBezTo>
                <a:close/>
                <a:moveTo>
                  <a:pt x="71676" y="45136"/>
                </a:moveTo>
                <a:cubicBezTo>
                  <a:pt x="71181" y="44927"/>
                  <a:pt x="70686" y="44641"/>
                  <a:pt x="70243" y="44328"/>
                </a:cubicBezTo>
                <a:cubicBezTo>
                  <a:pt x="66961" y="42636"/>
                  <a:pt x="63211" y="41672"/>
                  <a:pt x="59278" y="41672"/>
                </a:cubicBezTo>
                <a:cubicBezTo>
                  <a:pt x="52897" y="41672"/>
                  <a:pt x="46777" y="44198"/>
                  <a:pt x="42245" y="48730"/>
                </a:cubicBezTo>
                <a:lnTo>
                  <a:pt x="23727" y="67248"/>
                </a:lnTo>
                <a:cubicBezTo>
                  <a:pt x="19221" y="71754"/>
                  <a:pt x="16669" y="77900"/>
                  <a:pt x="16669" y="84281"/>
                </a:cubicBezTo>
                <a:cubicBezTo>
                  <a:pt x="16669" y="97590"/>
                  <a:pt x="27451" y="108373"/>
                  <a:pt x="40760" y="108373"/>
                </a:cubicBezTo>
                <a:cubicBezTo>
                  <a:pt x="45058" y="108373"/>
                  <a:pt x="49251" y="107227"/>
                  <a:pt x="52923" y="105091"/>
                </a:cubicBezTo>
                <a:cubicBezTo>
                  <a:pt x="57038" y="109258"/>
                  <a:pt x="61831" y="112748"/>
                  <a:pt x="67144" y="115379"/>
                </a:cubicBezTo>
                <a:cubicBezTo>
                  <a:pt x="59799" y="121604"/>
                  <a:pt x="50475" y="125068"/>
                  <a:pt x="40760" y="125068"/>
                </a:cubicBezTo>
                <a:cubicBezTo>
                  <a:pt x="18257" y="125068"/>
                  <a:pt x="0" y="106836"/>
                  <a:pt x="0" y="84307"/>
                </a:cubicBezTo>
                <a:cubicBezTo>
                  <a:pt x="0" y="73499"/>
                  <a:pt x="4297" y="63133"/>
                  <a:pt x="11929" y="55502"/>
                </a:cubicBezTo>
                <a:lnTo>
                  <a:pt x="30447" y="36984"/>
                </a:lnTo>
                <a:cubicBezTo>
                  <a:pt x="38078" y="29353"/>
                  <a:pt x="48444" y="25055"/>
                  <a:pt x="59252" y="25055"/>
                </a:cubicBezTo>
                <a:cubicBezTo>
                  <a:pt x="81807" y="25055"/>
                  <a:pt x="100013" y="43443"/>
                  <a:pt x="100013" y="65920"/>
                </a:cubicBezTo>
                <a:cubicBezTo>
                  <a:pt x="100013" y="66258"/>
                  <a:pt x="100013" y="66597"/>
                  <a:pt x="100013" y="66935"/>
                </a:cubicBezTo>
                <a:cubicBezTo>
                  <a:pt x="99908" y="71545"/>
                  <a:pt x="96080" y="75166"/>
                  <a:pt x="91470" y="75061"/>
                </a:cubicBezTo>
                <a:cubicBezTo>
                  <a:pt x="86860" y="74957"/>
                  <a:pt x="83240" y="71129"/>
                  <a:pt x="83344" y="66519"/>
                </a:cubicBezTo>
                <a:cubicBezTo>
                  <a:pt x="83344" y="66310"/>
                  <a:pt x="83344" y="66128"/>
                  <a:pt x="83344" y="65920"/>
                </a:cubicBezTo>
                <a:cubicBezTo>
                  <a:pt x="83344" y="57143"/>
                  <a:pt x="78656" y="49433"/>
                  <a:pt x="71676" y="45188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0125" y="2600325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Blockchain Developer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0125" y="2828925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Solana, Ethereum expertise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3133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2194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167" y="16669"/>
                </a:moveTo>
                <a:cubicBezTo>
                  <a:pt x="4167" y="7475"/>
                  <a:pt x="11642" y="0"/>
                  <a:pt x="20836" y="0"/>
                </a:cubicBezTo>
                <a:lnTo>
                  <a:pt x="79177" y="0"/>
                </a:lnTo>
                <a:cubicBezTo>
                  <a:pt x="88370" y="0"/>
                  <a:pt x="95845" y="7475"/>
                  <a:pt x="95845" y="16669"/>
                </a:cubicBezTo>
                <a:lnTo>
                  <a:pt x="95845" y="116681"/>
                </a:lnTo>
                <a:cubicBezTo>
                  <a:pt x="95845" y="125875"/>
                  <a:pt x="88370" y="133350"/>
                  <a:pt x="79177" y="133350"/>
                </a:cubicBezTo>
                <a:lnTo>
                  <a:pt x="20836" y="133350"/>
                </a:lnTo>
                <a:cubicBezTo>
                  <a:pt x="11642" y="133350"/>
                  <a:pt x="4167" y="125875"/>
                  <a:pt x="4167" y="116681"/>
                </a:cubicBezTo>
                <a:lnTo>
                  <a:pt x="4167" y="16669"/>
                </a:lnTo>
                <a:close/>
                <a:moveTo>
                  <a:pt x="20836" y="16669"/>
                </a:moveTo>
                <a:lnTo>
                  <a:pt x="20836" y="95845"/>
                </a:lnTo>
                <a:lnTo>
                  <a:pt x="79177" y="95845"/>
                </a:lnTo>
                <a:lnTo>
                  <a:pt x="79177" y="16669"/>
                </a:lnTo>
                <a:lnTo>
                  <a:pt x="20836" y="16669"/>
                </a:lnTo>
                <a:close/>
                <a:moveTo>
                  <a:pt x="50006" y="122932"/>
                </a:moveTo>
                <a:cubicBezTo>
                  <a:pt x="54616" y="122932"/>
                  <a:pt x="58341" y="119208"/>
                  <a:pt x="58341" y="114598"/>
                </a:cubicBezTo>
                <a:cubicBezTo>
                  <a:pt x="58341" y="109988"/>
                  <a:pt x="54616" y="106263"/>
                  <a:pt x="50006" y="106263"/>
                </a:cubicBezTo>
                <a:cubicBezTo>
                  <a:pt x="45396" y="106263"/>
                  <a:pt x="41672" y="109988"/>
                  <a:pt x="41672" y="114598"/>
                </a:cubicBezTo>
                <a:cubicBezTo>
                  <a:pt x="41672" y="119208"/>
                  <a:pt x="45396" y="122932"/>
                  <a:pt x="50006" y="122932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0125" y="3133725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 Development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0125" y="3362325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Native specialist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3667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9131" y="3752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0125" y="366712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Cryptography &amp; Security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0125" y="389572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secure implementations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4443413"/>
            <a:ext cx="5591175" cy="1914525"/>
          </a:xfrm>
          <a:custGeom>
            <a:avLst/>
            <a:gdLst/>
            <a:ahLst/>
            <a:cxnLst/>
            <a:rect l="l" t="t" r="r" b="b"/>
            <a:pathLst>
              <a:path w="5591175" h="1914525">
                <a:moveTo>
                  <a:pt x="114297" y="0"/>
                </a:moveTo>
                <a:lnTo>
                  <a:pt x="5476878" y="0"/>
                </a:lnTo>
                <a:cubicBezTo>
                  <a:pt x="5539960" y="0"/>
                  <a:pt x="5591175" y="51215"/>
                  <a:pt x="5591175" y="114297"/>
                </a:cubicBezTo>
                <a:lnTo>
                  <a:pt x="5591175" y="1800228"/>
                </a:lnTo>
                <a:cubicBezTo>
                  <a:pt x="5591175" y="1863310"/>
                  <a:pt x="5539960" y="1914525"/>
                  <a:pt x="5476878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4838" y="4676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8" name="Text 26"/>
          <p:cNvSpPr/>
          <p:nvPr/>
        </p:nvSpPr>
        <p:spPr>
          <a:xfrm>
            <a:off x="819150" y="463867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PhotoLynk Journey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9600" y="50768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0" name="Text 28"/>
          <p:cNvSpPr/>
          <p:nvPr/>
        </p:nvSpPr>
        <p:spPr>
          <a:xfrm>
            <a:off x="885825" y="505777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Started: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2024 (pre-Saga launch)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9600" y="53816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2" name="Text 30"/>
          <p:cNvSpPr/>
          <p:nvPr/>
        </p:nvSpPr>
        <p:spPr>
          <a:xfrm>
            <a:off x="885825" y="536257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Iterations: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 major versions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125" y="56864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4" name="Text 32"/>
          <p:cNvSpPr/>
          <p:nvPr/>
        </p:nvSpPr>
        <p:spPr>
          <a:xfrm>
            <a:off x="885825" y="5667375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Codebase: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50K+ lines (RN + Node.js)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0075" y="5991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6" name="Text 34"/>
          <p:cNvSpPr/>
          <p:nvPr/>
        </p:nvSpPr>
        <p:spPr>
          <a:xfrm>
            <a:off x="885825" y="5972175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Android, iOS, Desktop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5063" y="1452563"/>
            <a:ext cx="5591175" cy="3152775"/>
          </a:xfrm>
          <a:custGeom>
            <a:avLst/>
            <a:gdLst/>
            <a:ahLst/>
            <a:cxnLst/>
            <a:rect l="l" t="t" r="r" b="b"/>
            <a:pathLst>
              <a:path w="5591175" h="3152775">
                <a:moveTo>
                  <a:pt x="114288" y="0"/>
                </a:moveTo>
                <a:lnTo>
                  <a:pt x="5476887" y="0"/>
                </a:lnTo>
                <a:cubicBezTo>
                  <a:pt x="5540006" y="0"/>
                  <a:pt x="5591175" y="51169"/>
                  <a:pt x="5591175" y="114288"/>
                </a:cubicBezTo>
                <a:lnTo>
                  <a:pt x="5591175" y="3038487"/>
                </a:lnTo>
                <a:cubicBezTo>
                  <a:pt x="5591175" y="3101606"/>
                  <a:pt x="5540006" y="3152775"/>
                  <a:pt x="5476887" y="3152775"/>
                </a:cubicBezTo>
                <a:lnTo>
                  <a:pt x="114288" y="3152775"/>
                </a:lnTo>
                <a:cubicBezTo>
                  <a:pt x="51169" y="3152775"/>
                  <a:pt x="0" y="3101606"/>
                  <a:pt x="0" y="3038487"/>
                </a:cubicBezTo>
                <a:lnTo>
                  <a:pt x="0" y="114288"/>
                </a:lnTo>
                <a:cubicBezTo>
                  <a:pt x="0" y="51169"/>
                  <a:pt x="51169" y="0"/>
                  <a:pt x="114288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044" y="16859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9766" y="38695"/>
                </a:moveTo>
                <a:cubicBezTo>
                  <a:pt x="34694" y="38695"/>
                  <a:pt x="38695" y="34694"/>
                  <a:pt x="38695" y="29766"/>
                </a:cubicBezTo>
                <a:cubicBezTo>
                  <a:pt x="38695" y="24837"/>
                  <a:pt x="34694" y="20836"/>
                  <a:pt x="29766" y="20836"/>
                </a:cubicBezTo>
                <a:cubicBezTo>
                  <a:pt x="24837" y="20836"/>
                  <a:pt x="20836" y="24837"/>
                  <a:pt x="20836" y="29766"/>
                </a:cubicBezTo>
                <a:cubicBezTo>
                  <a:pt x="20836" y="34694"/>
                  <a:pt x="24837" y="38695"/>
                  <a:pt x="29766" y="38695"/>
                </a:cubicBezTo>
                <a:close/>
                <a:moveTo>
                  <a:pt x="59531" y="29766"/>
                </a:moveTo>
                <a:cubicBezTo>
                  <a:pt x="59531" y="41970"/>
                  <a:pt x="52201" y="52462"/>
                  <a:pt x="41672" y="57038"/>
                </a:cubicBezTo>
                <a:lnTo>
                  <a:pt x="41672" y="83344"/>
                </a:lnTo>
                <a:lnTo>
                  <a:pt x="107156" y="83344"/>
                </a:lnTo>
                <a:cubicBezTo>
                  <a:pt x="117016" y="83344"/>
                  <a:pt x="125016" y="75344"/>
                  <a:pt x="125016" y="65484"/>
                </a:cubicBezTo>
                <a:lnTo>
                  <a:pt x="125016" y="57038"/>
                </a:lnTo>
                <a:cubicBezTo>
                  <a:pt x="114486" y="52462"/>
                  <a:pt x="107156" y="41970"/>
                  <a:pt x="107156" y="29766"/>
                </a:cubicBezTo>
                <a:cubicBezTo>
                  <a:pt x="107156" y="13320"/>
                  <a:pt x="120476" y="0"/>
                  <a:pt x="136922" y="0"/>
                </a:cubicBezTo>
                <a:cubicBezTo>
                  <a:pt x="153367" y="0"/>
                  <a:pt x="166688" y="13320"/>
                  <a:pt x="166688" y="29766"/>
                </a:cubicBezTo>
                <a:cubicBezTo>
                  <a:pt x="166688" y="41970"/>
                  <a:pt x="159358" y="52462"/>
                  <a:pt x="148828" y="57038"/>
                </a:cubicBezTo>
                <a:lnTo>
                  <a:pt x="148828" y="65484"/>
                </a:lnTo>
                <a:cubicBezTo>
                  <a:pt x="148828" y="88516"/>
                  <a:pt x="130187" y="107156"/>
                  <a:pt x="107156" y="107156"/>
                </a:cubicBezTo>
                <a:lnTo>
                  <a:pt x="41672" y="107156"/>
                </a:lnTo>
                <a:lnTo>
                  <a:pt x="41672" y="133462"/>
                </a:lnTo>
                <a:cubicBezTo>
                  <a:pt x="52201" y="138038"/>
                  <a:pt x="59531" y="148530"/>
                  <a:pt x="59531" y="160734"/>
                </a:cubicBezTo>
                <a:cubicBezTo>
                  <a:pt x="59531" y="177180"/>
                  <a:pt x="46211" y="190500"/>
                  <a:pt x="29766" y="190500"/>
                </a:cubicBezTo>
                <a:cubicBezTo>
                  <a:pt x="13320" y="190500"/>
                  <a:pt x="0" y="177180"/>
                  <a:pt x="0" y="160734"/>
                </a:cubicBezTo>
                <a:cubicBezTo>
                  <a:pt x="0" y="148530"/>
                  <a:pt x="7330" y="138038"/>
                  <a:pt x="17859" y="133462"/>
                </a:cubicBezTo>
                <a:lnTo>
                  <a:pt x="17859" y="57076"/>
                </a:lnTo>
                <a:cubicBezTo>
                  <a:pt x="7330" y="52462"/>
                  <a:pt x="0" y="41970"/>
                  <a:pt x="0" y="29766"/>
                </a:cubicBezTo>
                <a:cubicBezTo>
                  <a:pt x="0" y="13320"/>
                  <a:pt x="13320" y="0"/>
                  <a:pt x="29766" y="0"/>
                </a:cubicBezTo>
                <a:cubicBezTo>
                  <a:pt x="46211" y="0"/>
                  <a:pt x="59531" y="13320"/>
                  <a:pt x="59531" y="29766"/>
                </a:cubicBezTo>
                <a:close/>
                <a:moveTo>
                  <a:pt x="145852" y="29766"/>
                </a:moveTo>
                <a:cubicBezTo>
                  <a:pt x="145852" y="24837"/>
                  <a:pt x="141850" y="20836"/>
                  <a:pt x="136922" y="20836"/>
                </a:cubicBezTo>
                <a:cubicBezTo>
                  <a:pt x="131993" y="20836"/>
                  <a:pt x="127992" y="24837"/>
                  <a:pt x="127992" y="29766"/>
                </a:cubicBezTo>
                <a:cubicBezTo>
                  <a:pt x="127992" y="34694"/>
                  <a:pt x="131993" y="38695"/>
                  <a:pt x="136922" y="38695"/>
                </a:cubicBezTo>
                <a:cubicBezTo>
                  <a:pt x="141850" y="38695"/>
                  <a:pt x="145852" y="34694"/>
                  <a:pt x="145852" y="29766"/>
                </a:cubicBezTo>
                <a:close/>
                <a:moveTo>
                  <a:pt x="29766" y="169664"/>
                </a:moveTo>
                <a:cubicBezTo>
                  <a:pt x="34694" y="169664"/>
                  <a:pt x="38695" y="165663"/>
                  <a:pt x="38695" y="160734"/>
                </a:cubicBezTo>
                <a:cubicBezTo>
                  <a:pt x="38695" y="155806"/>
                  <a:pt x="34694" y="151805"/>
                  <a:pt x="29766" y="151805"/>
                </a:cubicBezTo>
                <a:cubicBezTo>
                  <a:pt x="24837" y="151805"/>
                  <a:pt x="20836" y="155806"/>
                  <a:pt x="20836" y="160734"/>
                </a:cubicBezTo>
                <a:cubicBezTo>
                  <a:pt x="20836" y="165663"/>
                  <a:pt x="24837" y="169664"/>
                  <a:pt x="29766" y="169664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39" name="Text 37"/>
          <p:cNvSpPr/>
          <p:nvPr/>
        </p:nvSpPr>
        <p:spPr>
          <a:xfrm>
            <a:off x="6648450" y="16478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Source Contributions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5088" y="2071688"/>
            <a:ext cx="5191125" cy="695325"/>
          </a:xfrm>
          <a:custGeom>
            <a:avLst/>
            <a:gdLst/>
            <a:ahLst/>
            <a:cxnLst/>
            <a:rect l="l" t="t" r="r" b="b"/>
            <a:pathLst>
              <a:path w="5191125" h="695325">
                <a:moveTo>
                  <a:pt x="76201" y="0"/>
                </a:moveTo>
                <a:lnTo>
                  <a:pt x="5114924" y="0"/>
                </a:lnTo>
                <a:cubicBezTo>
                  <a:pt x="5157009" y="0"/>
                  <a:pt x="5191125" y="34116"/>
                  <a:pt x="5191125" y="76201"/>
                </a:cubicBezTo>
                <a:lnTo>
                  <a:pt x="5191125" y="619124"/>
                </a:lnTo>
                <a:cubicBezTo>
                  <a:pt x="5191125" y="661209"/>
                  <a:pt x="5157009" y="695325"/>
                  <a:pt x="51149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53200" y="2228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7150"/>
                </a:lnTo>
                <a:cubicBezTo>
                  <a:pt x="152400" y="46643"/>
                  <a:pt x="143857" y="38100"/>
                  <a:pt x="133350" y="38100"/>
                </a:cubicBezTo>
                <a:lnTo>
                  <a:pt x="21431" y="38100"/>
                </a:lnTo>
                <a:cubicBezTo>
                  <a:pt x="17472" y="38100"/>
                  <a:pt x="14288" y="34915"/>
                  <a:pt x="14288" y="30956"/>
                </a:cubicBezTo>
                <a:cubicBezTo>
                  <a:pt x="14288" y="26997"/>
                  <a:pt x="17472" y="23813"/>
                  <a:pt x="21431" y="23813"/>
                </a:cubicBezTo>
                <a:lnTo>
                  <a:pt x="135731" y="23813"/>
                </a:lnTo>
                <a:cubicBezTo>
                  <a:pt x="139690" y="23813"/>
                  <a:pt x="142875" y="20628"/>
                  <a:pt x="142875" y="16669"/>
                </a:cubicBezTo>
                <a:cubicBezTo>
                  <a:pt x="142875" y="12710"/>
                  <a:pt x="139690" y="9525"/>
                  <a:pt x="135731" y="9525"/>
                </a:cubicBezTo>
                <a:lnTo>
                  <a:pt x="19050" y="9525"/>
                </a:lnTo>
                <a:close/>
                <a:moveTo>
                  <a:pt x="123825" y="76200"/>
                </a:moveTo>
                <a:cubicBezTo>
                  <a:pt x="129082" y="76200"/>
                  <a:pt x="133350" y="80468"/>
                  <a:pt x="133350" y="85725"/>
                </a:cubicBezTo>
                <a:cubicBezTo>
                  <a:pt x="133350" y="90982"/>
                  <a:pt x="129082" y="95250"/>
                  <a:pt x="123825" y="95250"/>
                </a:cubicBezTo>
                <a:cubicBezTo>
                  <a:pt x="118568" y="95250"/>
                  <a:pt x="114300" y="90982"/>
                  <a:pt x="114300" y="85725"/>
                </a:cubicBezTo>
                <a:cubicBezTo>
                  <a:pt x="114300" y="80468"/>
                  <a:pt x="118568" y="76200"/>
                  <a:pt x="123825" y="7620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00850" y="219075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Wallet Adapter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34150" y="2457450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implementations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5088" y="2890838"/>
            <a:ext cx="5191125" cy="695325"/>
          </a:xfrm>
          <a:custGeom>
            <a:avLst/>
            <a:gdLst/>
            <a:ahLst/>
            <a:cxnLst/>
            <a:rect l="l" t="t" r="r" b="b"/>
            <a:pathLst>
              <a:path w="5191125" h="695325">
                <a:moveTo>
                  <a:pt x="76201" y="0"/>
                </a:moveTo>
                <a:lnTo>
                  <a:pt x="5114924" y="0"/>
                </a:lnTo>
                <a:cubicBezTo>
                  <a:pt x="5157009" y="0"/>
                  <a:pt x="5191125" y="34116"/>
                  <a:pt x="5191125" y="76201"/>
                </a:cubicBezTo>
                <a:lnTo>
                  <a:pt x="5191125" y="619124"/>
                </a:lnTo>
                <a:cubicBezTo>
                  <a:pt x="5191125" y="661209"/>
                  <a:pt x="5157009" y="695325"/>
                  <a:pt x="51149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53200" y="3048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3907" y="208"/>
                </a:moveTo>
                <a:cubicBezTo>
                  <a:pt x="69056" y="1310"/>
                  <a:pt x="72330" y="6370"/>
                  <a:pt x="71229" y="11519"/>
                </a:cubicBezTo>
                <a:lnTo>
                  <a:pt x="65544" y="38100"/>
                </a:lnTo>
                <a:lnTo>
                  <a:pt x="103197" y="38100"/>
                </a:lnTo>
                <a:lnTo>
                  <a:pt x="109746" y="7531"/>
                </a:lnTo>
                <a:cubicBezTo>
                  <a:pt x="110847" y="2381"/>
                  <a:pt x="115907" y="-893"/>
                  <a:pt x="121057" y="208"/>
                </a:cubicBezTo>
                <a:cubicBezTo>
                  <a:pt x="126206" y="1310"/>
                  <a:pt x="129480" y="6370"/>
                  <a:pt x="128379" y="11519"/>
                </a:cubicBezTo>
                <a:lnTo>
                  <a:pt x="122694" y="38100"/>
                </a:lnTo>
                <a:lnTo>
                  <a:pt x="142875" y="38100"/>
                </a:lnTo>
                <a:cubicBezTo>
                  <a:pt x="148144" y="38100"/>
                  <a:pt x="152400" y="42356"/>
                  <a:pt x="152400" y="47625"/>
                </a:cubicBezTo>
                <a:cubicBezTo>
                  <a:pt x="152400" y="52894"/>
                  <a:pt x="148144" y="57150"/>
                  <a:pt x="142875" y="57150"/>
                </a:cubicBezTo>
                <a:lnTo>
                  <a:pt x="118586" y="57150"/>
                </a:lnTo>
                <a:lnTo>
                  <a:pt x="110430" y="95250"/>
                </a:lnTo>
                <a:lnTo>
                  <a:pt x="130612" y="95250"/>
                </a:lnTo>
                <a:cubicBezTo>
                  <a:pt x="135880" y="95250"/>
                  <a:pt x="140137" y="99506"/>
                  <a:pt x="140137" y="104775"/>
                </a:cubicBezTo>
                <a:cubicBezTo>
                  <a:pt x="140137" y="110044"/>
                  <a:pt x="135880" y="114300"/>
                  <a:pt x="130612" y="114300"/>
                </a:cubicBezTo>
                <a:lnTo>
                  <a:pt x="106323" y="114300"/>
                </a:lnTo>
                <a:lnTo>
                  <a:pt x="99774" y="144869"/>
                </a:lnTo>
                <a:cubicBezTo>
                  <a:pt x="98673" y="150019"/>
                  <a:pt x="93613" y="153293"/>
                  <a:pt x="88463" y="152192"/>
                </a:cubicBezTo>
                <a:cubicBezTo>
                  <a:pt x="83314" y="151090"/>
                  <a:pt x="80040" y="146030"/>
                  <a:pt x="81141" y="140881"/>
                </a:cubicBezTo>
                <a:lnTo>
                  <a:pt x="86826" y="114300"/>
                </a:lnTo>
                <a:lnTo>
                  <a:pt x="49173" y="114300"/>
                </a:lnTo>
                <a:lnTo>
                  <a:pt x="42624" y="144869"/>
                </a:lnTo>
                <a:cubicBezTo>
                  <a:pt x="41523" y="150019"/>
                  <a:pt x="36463" y="153293"/>
                  <a:pt x="31313" y="152192"/>
                </a:cubicBezTo>
                <a:cubicBezTo>
                  <a:pt x="26164" y="151090"/>
                  <a:pt x="22890" y="146030"/>
                  <a:pt x="23991" y="140881"/>
                </a:cubicBezTo>
                <a:lnTo>
                  <a:pt x="29706" y="114300"/>
                </a:lnTo>
                <a:lnTo>
                  <a:pt x="9525" y="114300"/>
                </a:lnTo>
                <a:cubicBezTo>
                  <a:pt x="4256" y="114300"/>
                  <a:pt x="0" y="110044"/>
                  <a:pt x="0" y="104775"/>
                </a:cubicBezTo>
                <a:cubicBezTo>
                  <a:pt x="0" y="99506"/>
                  <a:pt x="4256" y="95250"/>
                  <a:pt x="9525" y="95250"/>
                </a:cubicBezTo>
                <a:lnTo>
                  <a:pt x="33814" y="95250"/>
                </a:lnTo>
                <a:lnTo>
                  <a:pt x="41970" y="57150"/>
                </a:lnTo>
                <a:lnTo>
                  <a:pt x="21788" y="57150"/>
                </a:lnTo>
                <a:cubicBezTo>
                  <a:pt x="16520" y="57150"/>
                  <a:pt x="12263" y="52894"/>
                  <a:pt x="12263" y="47625"/>
                </a:cubicBezTo>
                <a:cubicBezTo>
                  <a:pt x="12263" y="42356"/>
                  <a:pt x="16520" y="38100"/>
                  <a:pt x="21788" y="38100"/>
                </a:cubicBezTo>
                <a:lnTo>
                  <a:pt x="46077" y="38100"/>
                </a:lnTo>
                <a:lnTo>
                  <a:pt x="52626" y="7531"/>
                </a:lnTo>
                <a:cubicBezTo>
                  <a:pt x="53697" y="2381"/>
                  <a:pt x="58757" y="-893"/>
                  <a:pt x="63907" y="208"/>
                </a:cubicBezTo>
                <a:close/>
                <a:moveTo>
                  <a:pt x="61436" y="57150"/>
                </a:moveTo>
                <a:lnTo>
                  <a:pt x="53280" y="95250"/>
                </a:lnTo>
                <a:lnTo>
                  <a:pt x="90934" y="95250"/>
                </a:lnTo>
                <a:lnTo>
                  <a:pt x="99090" y="57150"/>
                </a:lnTo>
                <a:lnTo>
                  <a:pt x="61436" y="57150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6" name="Text 44"/>
          <p:cNvSpPr/>
          <p:nvPr/>
        </p:nvSpPr>
        <p:spPr>
          <a:xfrm>
            <a:off x="6800850" y="30099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EXIF Hashing Libraries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34150" y="3276600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source tools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5088" y="3709988"/>
            <a:ext cx="5191125" cy="695325"/>
          </a:xfrm>
          <a:custGeom>
            <a:avLst/>
            <a:gdLst/>
            <a:ahLst/>
            <a:cxnLst/>
            <a:rect l="l" t="t" r="r" b="b"/>
            <a:pathLst>
              <a:path w="5191125" h="695325">
                <a:moveTo>
                  <a:pt x="76201" y="0"/>
                </a:moveTo>
                <a:lnTo>
                  <a:pt x="5114924" y="0"/>
                </a:lnTo>
                <a:cubicBezTo>
                  <a:pt x="5157009" y="0"/>
                  <a:pt x="5191125" y="34116"/>
                  <a:pt x="5191125" y="76201"/>
                </a:cubicBezTo>
                <a:lnTo>
                  <a:pt x="5191125" y="619124"/>
                </a:lnTo>
                <a:cubicBezTo>
                  <a:pt x="5191125" y="661209"/>
                  <a:pt x="5157009" y="695325"/>
                  <a:pt x="51149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53200" y="3867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50" name="Text 48"/>
          <p:cNvSpPr/>
          <p:nvPr/>
        </p:nvSpPr>
        <p:spPr>
          <a:xfrm>
            <a:off x="6800850" y="382905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RFC 3161 Verification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34150" y="4095750"/>
            <a:ext cx="501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 verification tools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15063" y="4767263"/>
            <a:ext cx="5591175" cy="1609725"/>
          </a:xfrm>
          <a:custGeom>
            <a:avLst/>
            <a:gdLst/>
            <a:ahLst/>
            <a:cxnLst/>
            <a:rect l="l" t="t" r="r" b="b"/>
            <a:pathLst>
              <a:path w="5591175" h="1609725">
                <a:moveTo>
                  <a:pt x="114307" y="0"/>
                </a:moveTo>
                <a:lnTo>
                  <a:pt x="5476868" y="0"/>
                </a:lnTo>
                <a:cubicBezTo>
                  <a:pt x="5539956" y="0"/>
                  <a:pt x="5591175" y="51219"/>
                  <a:pt x="5591175" y="114307"/>
                </a:cubicBezTo>
                <a:lnTo>
                  <a:pt x="5591175" y="1495418"/>
                </a:lnTo>
                <a:cubicBezTo>
                  <a:pt x="5591175" y="1558506"/>
                  <a:pt x="5539956" y="1609725"/>
                  <a:pt x="5476868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4F195">
              <a:alpha val="1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34138" y="5000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4" name="Text 52"/>
          <p:cNvSpPr/>
          <p:nvPr/>
        </p:nvSpPr>
        <p:spPr>
          <a:xfrm>
            <a:off x="6648450" y="49625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29375" y="5400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6" name="Text 54"/>
          <p:cNvSpPr/>
          <p:nvPr/>
        </p:nvSpPr>
        <p:spPr>
          <a:xfrm>
            <a:off x="6715125" y="5381625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support@photolynk.io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29375" y="5705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1762" y="118289"/>
                </a:moveTo>
                <a:cubicBezTo>
                  <a:pt x="51762" y="118884"/>
                  <a:pt x="51078" y="119360"/>
                  <a:pt x="50215" y="119360"/>
                </a:cubicBezTo>
                <a:cubicBezTo>
                  <a:pt x="49232" y="119449"/>
                  <a:pt x="48548" y="118973"/>
                  <a:pt x="48548" y="118289"/>
                </a:cubicBezTo>
                <a:cubicBezTo>
                  <a:pt x="48548" y="117693"/>
                  <a:pt x="49232" y="117217"/>
                  <a:pt x="50096" y="117217"/>
                </a:cubicBezTo>
                <a:cubicBezTo>
                  <a:pt x="50989" y="117128"/>
                  <a:pt x="51762" y="117604"/>
                  <a:pt x="51762" y="118289"/>
                </a:cubicBezTo>
                <a:close/>
                <a:moveTo>
                  <a:pt x="42505" y="116949"/>
                </a:moveTo>
                <a:cubicBezTo>
                  <a:pt x="42297" y="117544"/>
                  <a:pt x="42892" y="118229"/>
                  <a:pt x="43785" y="118408"/>
                </a:cubicBezTo>
                <a:cubicBezTo>
                  <a:pt x="44559" y="118705"/>
                  <a:pt x="45452" y="118408"/>
                  <a:pt x="45631" y="117812"/>
                </a:cubicBezTo>
                <a:cubicBezTo>
                  <a:pt x="45809" y="117217"/>
                  <a:pt x="45244" y="116532"/>
                  <a:pt x="44351" y="116265"/>
                </a:cubicBezTo>
                <a:cubicBezTo>
                  <a:pt x="43577" y="116056"/>
                  <a:pt x="42714" y="116354"/>
                  <a:pt x="42505" y="116949"/>
                </a:cubicBezTo>
                <a:close/>
                <a:moveTo>
                  <a:pt x="55662" y="116443"/>
                </a:moveTo>
                <a:cubicBezTo>
                  <a:pt x="54799" y="116651"/>
                  <a:pt x="54203" y="117217"/>
                  <a:pt x="54293" y="117902"/>
                </a:cubicBezTo>
                <a:cubicBezTo>
                  <a:pt x="54382" y="118497"/>
                  <a:pt x="55156" y="118884"/>
                  <a:pt x="56049" y="118676"/>
                </a:cubicBezTo>
                <a:cubicBezTo>
                  <a:pt x="56912" y="118467"/>
                  <a:pt x="57507" y="117902"/>
                  <a:pt x="57418" y="117306"/>
                </a:cubicBezTo>
                <a:cubicBezTo>
                  <a:pt x="57329" y="116741"/>
                  <a:pt x="56525" y="116354"/>
                  <a:pt x="55662" y="116443"/>
                </a:cubicBezTo>
                <a:close/>
                <a:moveTo>
                  <a:pt x="75248" y="2381"/>
                </a:moveTo>
                <a:cubicBezTo>
                  <a:pt x="33963" y="2381"/>
                  <a:pt x="2381" y="33724"/>
                  <a:pt x="2381" y="75009"/>
                </a:cubicBezTo>
                <a:cubicBezTo>
                  <a:pt x="2381" y="108019"/>
                  <a:pt x="23158" y="136267"/>
                  <a:pt x="52834" y="146209"/>
                </a:cubicBezTo>
                <a:cubicBezTo>
                  <a:pt x="56644" y="146893"/>
                  <a:pt x="57983" y="144542"/>
                  <a:pt x="57983" y="142607"/>
                </a:cubicBezTo>
                <a:cubicBezTo>
                  <a:pt x="57983" y="140762"/>
                  <a:pt x="57894" y="130582"/>
                  <a:pt x="57894" y="124331"/>
                </a:cubicBezTo>
                <a:cubicBezTo>
                  <a:pt x="57894" y="124331"/>
                  <a:pt x="37058" y="128796"/>
                  <a:pt x="32683" y="115461"/>
                </a:cubicBezTo>
                <a:cubicBezTo>
                  <a:pt x="32683" y="115461"/>
                  <a:pt x="29289" y="106799"/>
                  <a:pt x="24408" y="104567"/>
                </a:cubicBezTo>
                <a:cubicBezTo>
                  <a:pt x="24408" y="104567"/>
                  <a:pt x="17591" y="99893"/>
                  <a:pt x="24884" y="99983"/>
                </a:cubicBezTo>
                <a:cubicBezTo>
                  <a:pt x="24884" y="99983"/>
                  <a:pt x="32296" y="100578"/>
                  <a:pt x="36374" y="107662"/>
                </a:cubicBezTo>
                <a:cubicBezTo>
                  <a:pt x="42892" y="119152"/>
                  <a:pt x="53816" y="115848"/>
                  <a:pt x="58073" y="113883"/>
                </a:cubicBezTo>
                <a:cubicBezTo>
                  <a:pt x="58757" y="109121"/>
                  <a:pt x="60692" y="105817"/>
                  <a:pt x="62835" y="103852"/>
                </a:cubicBezTo>
                <a:cubicBezTo>
                  <a:pt x="46196" y="102007"/>
                  <a:pt x="29408" y="99596"/>
                  <a:pt x="29408" y="70961"/>
                </a:cubicBezTo>
                <a:cubicBezTo>
                  <a:pt x="29408" y="62776"/>
                  <a:pt x="31671" y="58668"/>
                  <a:pt x="36433" y="53429"/>
                </a:cubicBezTo>
                <a:cubicBezTo>
                  <a:pt x="35659" y="51495"/>
                  <a:pt x="33129" y="43517"/>
                  <a:pt x="37207" y="33218"/>
                </a:cubicBezTo>
                <a:cubicBezTo>
                  <a:pt x="43428" y="31284"/>
                  <a:pt x="57745" y="41255"/>
                  <a:pt x="57745" y="41255"/>
                </a:cubicBezTo>
                <a:cubicBezTo>
                  <a:pt x="63698" y="39588"/>
                  <a:pt x="70098" y="38725"/>
                  <a:pt x="76438" y="38725"/>
                </a:cubicBezTo>
                <a:cubicBezTo>
                  <a:pt x="82778" y="38725"/>
                  <a:pt x="89178" y="39588"/>
                  <a:pt x="95131" y="41255"/>
                </a:cubicBezTo>
                <a:cubicBezTo>
                  <a:pt x="95131" y="41255"/>
                  <a:pt x="109448" y="31254"/>
                  <a:pt x="115669" y="33218"/>
                </a:cubicBezTo>
                <a:cubicBezTo>
                  <a:pt x="119747" y="43547"/>
                  <a:pt x="117217" y="51495"/>
                  <a:pt x="116443" y="53429"/>
                </a:cubicBezTo>
                <a:cubicBezTo>
                  <a:pt x="121206" y="58698"/>
                  <a:pt x="124123" y="62805"/>
                  <a:pt x="124123" y="70961"/>
                </a:cubicBezTo>
                <a:cubicBezTo>
                  <a:pt x="124123" y="99685"/>
                  <a:pt x="106591" y="101977"/>
                  <a:pt x="89952" y="103852"/>
                </a:cubicBezTo>
                <a:cubicBezTo>
                  <a:pt x="92690" y="106204"/>
                  <a:pt x="95012" y="110669"/>
                  <a:pt x="95012" y="117664"/>
                </a:cubicBezTo>
                <a:cubicBezTo>
                  <a:pt x="95012" y="127695"/>
                  <a:pt x="94923" y="140107"/>
                  <a:pt x="94923" y="142548"/>
                </a:cubicBezTo>
                <a:cubicBezTo>
                  <a:pt x="94923" y="144482"/>
                  <a:pt x="96292" y="146834"/>
                  <a:pt x="100072" y="146149"/>
                </a:cubicBezTo>
                <a:cubicBezTo>
                  <a:pt x="129838" y="136267"/>
                  <a:pt x="150019" y="108019"/>
                  <a:pt x="150019" y="75009"/>
                </a:cubicBezTo>
                <a:cubicBezTo>
                  <a:pt x="150019" y="33724"/>
                  <a:pt x="116532" y="2381"/>
                  <a:pt x="75248" y="2381"/>
                </a:cubicBezTo>
                <a:close/>
                <a:moveTo>
                  <a:pt x="31313" y="105043"/>
                </a:moveTo>
                <a:cubicBezTo>
                  <a:pt x="30926" y="105341"/>
                  <a:pt x="31016" y="106025"/>
                  <a:pt x="31522" y="106591"/>
                </a:cubicBezTo>
                <a:cubicBezTo>
                  <a:pt x="31998" y="107067"/>
                  <a:pt x="32683" y="107275"/>
                  <a:pt x="33070" y="106888"/>
                </a:cubicBezTo>
                <a:cubicBezTo>
                  <a:pt x="33457" y="106591"/>
                  <a:pt x="33367" y="105906"/>
                  <a:pt x="32861" y="105341"/>
                </a:cubicBezTo>
                <a:cubicBezTo>
                  <a:pt x="32385" y="104864"/>
                  <a:pt x="31700" y="104656"/>
                  <a:pt x="31313" y="105043"/>
                </a:cubicBezTo>
                <a:close/>
                <a:moveTo>
                  <a:pt x="28099" y="102632"/>
                </a:moveTo>
                <a:cubicBezTo>
                  <a:pt x="27890" y="103019"/>
                  <a:pt x="28188" y="103495"/>
                  <a:pt x="28783" y="103793"/>
                </a:cubicBezTo>
                <a:cubicBezTo>
                  <a:pt x="29260" y="104090"/>
                  <a:pt x="29855" y="104001"/>
                  <a:pt x="30063" y="103584"/>
                </a:cubicBezTo>
                <a:cubicBezTo>
                  <a:pt x="30272" y="103197"/>
                  <a:pt x="29974" y="102721"/>
                  <a:pt x="29379" y="102424"/>
                </a:cubicBezTo>
                <a:cubicBezTo>
                  <a:pt x="28783" y="102245"/>
                  <a:pt x="28307" y="102334"/>
                  <a:pt x="28099" y="102632"/>
                </a:cubicBezTo>
                <a:close/>
                <a:moveTo>
                  <a:pt x="37743" y="113228"/>
                </a:moveTo>
                <a:cubicBezTo>
                  <a:pt x="37267" y="113615"/>
                  <a:pt x="37445" y="114508"/>
                  <a:pt x="38130" y="115074"/>
                </a:cubicBezTo>
                <a:cubicBezTo>
                  <a:pt x="38814" y="115759"/>
                  <a:pt x="39678" y="115848"/>
                  <a:pt x="40065" y="115372"/>
                </a:cubicBezTo>
                <a:cubicBezTo>
                  <a:pt x="40451" y="114985"/>
                  <a:pt x="40273" y="114092"/>
                  <a:pt x="39678" y="113526"/>
                </a:cubicBezTo>
                <a:cubicBezTo>
                  <a:pt x="39023" y="112841"/>
                  <a:pt x="38130" y="112752"/>
                  <a:pt x="37743" y="113228"/>
                </a:cubicBezTo>
                <a:close/>
                <a:moveTo>
                  <a:pt x="34350" y="108853"/>
                </a:moveTo>
                <a:cubicBezTo>
                  <a:pt x="33873" y="109151"/>
                  <a:pt x="33873" y="109924"/>
                  <a:pt x="34350" y="110609"/>
                </a:cubicBezTo>
                <a:cubicBezTo>
                  <a:pt x="34826" y="111294"/>
                  <a:pt x="35629" y="111591"/>
                  <a:pt x="36016" y="111294"/>
                </a:cubicBezTo>
                <a:cubicBezTo>
                  <a:pt x="36493" y="110907"/>
                  <a:pt x="36493" y="110133"/>
                  <a:pt x="36016" y="109448"/>
                </a:cubicBezTo>
                <a:cubicBezTo>
                  <a:pt x="35600" y="108764"/>
                  <a:pt x="34826" y="108466"/>
                  <a:pt x="34350" y="108853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58" name="Text 56"/>
          <p:cNvSpPr/>
          <p:nvPr/>
        </p:nvSpPr>
        <p:spPr>
          <a:xfrm>
            <a:off x="6715125" y="568642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@viktorvishyn369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29375" y="6010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6743" y="45154"/>
                </a:moveTo>
                <a:cubicBezTo>
                  <a:pt x="136833" y="46494"/>
                  <a:pt x="136833" y="47863"/>
                  <a:pt x="136833" y="49203"/>
                </a:cubicBezTo>
                <a:cubicBezTo>
                  <a:pt x="136833" y="90488"/>
                  <a:pt x="105400" y="138083"/>
                  <a:pt x="47952" y="138083"/>
                </a:cubicBezTo>
                <a:cubicBezTo>
                  <a:pt x="30242" y="138083"/>
                  <a:pt x="13811" y="132963"/>
                  <a:pt x="0" y="124063"/>
                </a:cubicBezTo>
                <a:cubicBezTo>
                  <a:pt x="2500" y="124361"/>
                  <a:pt x="4941" y="124450"/>
                  <a:pt x="7531" y="124450"/>
                </a:cubicBezTo>
                <a:cubicBezTo>
                  <a:pt x="22146" y="124450"/>
                  <a:pt x="35570" y="119509"/>
                  <a:pt x="46315" y="111115"/>
                </a:cubicBezTo>
                <a:cubicBezTo>
                  <a:pt x="32593" y="110817"/>
                  <a:pt x="21074" y="101828"/>
                  <a:pt x="17115" y="89446"/>
                </a:cubicBezTo>
                <a:cubicBezTo>
                  <a:pt x="19050" y="89743"/>
                  <a:pt x="20985" y="89922"/>
                  <a:pt x="23009" y="89922"/>
                </a:cubicBezTo>
                <a:cubicBezTo>
                  <a:pt x="25807" y="89922"/>
                  <a:pt x="28605" y="89535"/>
                  <a:pt x="31224" y="88850"/>
                </a:cubicBezTo>
                <a:cubicBezTo>
                  <a:pt x="16907" y="85963"/>
                  <a:pt x="6191" y="73372"/>
                  <a:pt x="6191" y="58192"/>
                </a:cubicBezTo>
                <a:lnTo>
                  <a:pt x="6191" y="57805"/>
                </a:lnTo>
                <a:cubicBezTo>
                  <a:pt x="10358" y="60127"/>
                  <a:pt x="15180" y="61585"/>
                  <a:pt x="20300" y="61764"/>
                </a:cubicBezTo>
                <a:cubicBezTo>
                  <a:pt x="11876" y="56168"/>
                  <a:pt x="6370" y="46583"/>
                  <a:pt x="6370" y="35749"/>
                </a:cubicBezTo>
                <a:cubicBezTo>
                  <a:pt x="6370" y="29944"/>
                  <a:pt x="7918" y="24616"/>
                  <a:pt x="10626" y="19973"/>
                </a:cubicBezTo>
                <a:cubicBezTo>
                  <a:pt x="26015" y="38933"/>
                  <a:pt x="49113" y="51316"/>
                  <a:pt x="75039" y="52655"/>
                </a:cubicBezTo>
                <a:cubicBezTo>
                  <a:pt x="74563" y="50334"/>
                  <a:pt x="74265" y="47923"/>
                  <a:pt x="74265" y="45512"/>
                </a:cubicBezTo>
                <a:cubicBezTo>
                  <a:pt x="74265" y="28307"/>
                  <a:pt x="88196" y="14287"/>
                  <a:pt x="105489" y="14287"/>
                </a:cubicBezTo>
                <a:cubicBezTo>
                  <a:pt x="114479" y="14287"/>
                  <a:pt x="122605" y="18068"/>
                  <a:pt x="128320" y="24140"/>
                </a:cubicBezTo>
                <a:cubicBezTo>
                  <a:pt x="135374" y="22800"/>
                  <a:pt x="142161" y="20181"/>
                  <a:pt x="148144" y="16609"/>
                </a:cubicBezTo>
                <a:cubicBezTo>
                  <a:pt x="145822" y="23872"/>
                  <a:pt x="140881" y="29944"/>
                  <a:pt x="134422" y="33814"/>
                </a:cubicBezTo>
                <a:cubicBezTo>
                  <a:pt x="140702" y="33129"/>
                  <a:pt x="146804" y="31403"/>
                  <a:pt x="152400" y="28992"/>
                </a:cubicBezTo>
                <a:cubicBezTo>
                  <a:pt x="148144" y="35183"/>
                  <a:pt x="142815" y="40690"/>
                  <a:pt x="136743" y="45154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60" name="Text 58"/>
          <p:cNvSpPr/>
          <p:nvPr/>
        </p:nvSpPr>
        <p:spPr>
          <a:xfrm>
            <a:off x="6715125" y="5991225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@PhotoLynk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452253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75376" y="0"/>
                </a:moveTo>
                <a:lnTo>
                  <a:pt x="301502" y="0"/>
                </a:lnTo>
                <a:cubicBezTo>
                  <a:pt x="343103" y="0"/>
                  <a:pt x="376878" y="33775"/>
                  <a:pt x="376878" y="75376"/>
                </a:cubicBezTo>
                <a:lnTo>
                  <a:pt x="376878" y="301502"/>
                </a:lnTo>
                <a:cubicBezTo>
                  <a:pt x="376878" y="343103"/>
                  <a:pt x="343103" y="376878"/>
                  <a:pt x="301502" y="376878"/>
                </a:cubicBezTo>
                <a:lnTo>
                  <a:pt x="75376" y="376878"/>
                </a:lnTo>
                <a:cubicBezTo>
                  <a:pt x="33775" y="376878"/>
                  <a:pt x="0" y="343103"/>
                  <a:pt x="0" y="301502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2875" y="555895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42399" y="105997"/>
                </a:moveTo>
                <a:lnTo>
                  <a:pt x="8115" y="105997"/>
                </a:lnTo>
                <a:cubicBezTo>
                  <a:pt x="-132" y="105997"/>
                  <a:pt x="-5200" y="97020"/>
                  <a:pt x="-961" y="89932"/>
                </a:cubicBezTo>
                <a:lnTo>
                  <a:pt x="16562" y="60716"/>
                </a:lnTo>
                <a:cubicBezTo>
                  <a:pt x="19444" y="55913"/>
                  <a:pt x="24611" y="52998"/>
                  <a:pt x="30209" y="52998"/>
                </a:cubicBezTo>
                <a:lnTo>
                  <a:pt x="61677" y="52998"/>
                </a:lnTo>
                <a:cubicBezTo>
                  <a:pt x="86884" y="10302"/>
                  <a:pt x="124480" y="8149"/>
                  <a:pt x="149621" y="11825"/>
                </a:cubicBezTo>
                <a:cubicBezTo>
                  <a:pt x="153861" y="12455"/>
                  <a:pt x="157174" y="15767"/>
                  <a:pt x="157770" y="19974"/>
                </a:cubicBezTo>
                <a:cubicBezTo>
                  <a:pt x="161447" y="45115"/>
                  <a:pt x="159293" y="82711"/>
                  <a:pt x="116597" y="107918"/>
                </a:cubicBezTo>
                <a:lnTo>
                  <a:pt x="116597" y="139386"/>
                </a:lnTo>
                <a:cubicBezTo>
                  <a:pt x="116597" y="144984"/>
                  <a:pt x="113682" y="150151"/>
                  <a:pt x="108879" y="153033"/>
                </a:cubicBezTo>
                <a:lnTo>
                  <a:pt x="79663" y="170556"/>
                </a:lnTo>
                <a:cubicBezTo>
                  <a:pt x="72608" y="174796"/>
                  <a:pt x="63598" y="169694"/>
                  <a:pt x="63598" y="161480"/>
                </a:cubicBezTo>
                <a:lnTo>
                  <a:pt x="63598" y="127196"/>
                </a:lnTo>
                <a:cubicBezTo>
                  <a:pt x="63598" y="115504"/>
                  <a:pt x="54092" y="105997"/>
                  <a:pt x="42399" y="105997"/>
                </a:cubicBezTo>
                <a:lnTo>
                  <a:pt x="42366" y="105997"/>
                </a:lnTo>
                <a:close/>
                <a:moveTo>
                  <a:pt x="132496" y="52998"/>
                </a:moveTo>
                <a:cubicBezTo>
                  <a:pt x="132496" y="44223"/>
                  <a:pt x="125372" y="37099"/>
                  <a:pt x="116597" y="37099"/>
                </a:cubicBezTo>
                <a:cubicBezTo>
                  <a:pt x="107821" y="37099"/>
                  <a:pt x="100697" y="44223"/>
                  <a:pt x="100697" y="52998"/>
                </a:cubicBezTo>
                <a:cubicBezTo>
                  <a:pt x="100697" y="61774"/>
                  <a:pt x="107821" y="68898"/>
                  <a:pt x="116597" y="68898"/>
                </a:cubicBezTo>
                <a:cubicBezTo>
                  <a:pt x="125372" y="68898"/>
                  <a:pt x="132496" y="61774"/>
                  <a:pt x="132496" y="52998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4" name="Text 2"/>
          <p:cNvSpPr/>
          <p:nvPr/>
        </p:nvSpPr>
        <p:spPr>
          <a:xfrm>
            <a:off x="866819" y="376878"/>
            <a:ext cx="3231728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0" b="1" spc="45" kern="0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Started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6819" y="527629"/>
            <a:ext cx="3344791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 PhotoLynk Today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6300" y="1177743"/>
            <a:ext cx="5606059" cy="2638145"/>
          </a:xfrm>
          <a:custGeom>
            <a:avLst/>
            <a:gdLst/>
            <a:ahLst/>
            <a:cxnLst/>
            <a:rect l="l" t="t" r="r" b="b"/>
            <a:pathLst>
              <a:path w="5606059" h="2638145">
                <a:moveTo>
                  <a:pt x="113071" y="0"/>
                </a:moveTo>
                <a:lnTo>
                  <a:pt x="5492988" y="0"/>
                </a:lnTo>
                <a:cubicBezTo>
                  <a:pt x="5555435" y="0"/>
                  <a:pt x="5606059" y="50624"/>
                  <a:pt x="5606059" y="113071"/>
                </a:cubicBezTo>
                <a:lnTo>
                  <a:pt x="5606059" y="2525074"/>
                </a:lnTo>
                <a:cubicBezTo>
                  <a:pt x="5606059" y="2587522"/>
                  <a:pt x="5555435" y="2638145"/>
                  <a:pt x="5492988" y="2638145"/>
                </a:cubicBezTo>
                <a:lnTo>
                  <a:pt x="113071" y="2638145"/>
                </a:lnTo>
                <a:cubicBezTo>
                  <a:pt x="50624" y="2638145"/>
                  <a:pt x="0" y="2587522"/>
                  <a:pt x="0" y="2525074"/>
                </a:cubicBezTo>
                <a:lnTo>
                  <a:pt x="0" y="113071"/>
                </a:lnTo>
                <a:cubicBezTo>
                  <a:pt x="0" y="50624"/>
                  <a:pt x="50624" y="0"/>
                  <a:pt x="113071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849" y="1413292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113063" y="0"/>
                </a:moveTo>
                <a:lnTo>
                  <a:pt x="489941" y="0"/>
                </a:lnTo>
                <a:cubicBezTo>
                  <a:pt x="552384" y="0"/>
                  <a:pt x="603005" y="50620"/>
                  <a:pt x="603005" y="113063"/>
                </a:cubicBezTo>
                <a:lnTo>
                  <a:pt x="603005" y="489941"/>
                </a:lnTo>
                <a:cubicBezTo>
                  <a:pt x="603005" y="552384"/>
                  <a:pt x="552384" y="603005"/>
                  <a:pt x="489941" y="603005"/>
                </a:cubicBezTo>
                <a:lnTo>
                  <a:pt x="113063" y="603005"/>
                </a:lnTo>
                <a:cubicBezTo>
                  <a:pt x="50620" y="603005"/>
                  <a:pt x="0" y="552384"/>
                  <a:pt x="0" y="489941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8" name="Shape 6"/>
          <p:cNvSpPr/>
          <p:nvPr/>
        </p:nvSpPr>
        <p:spPr>
          <a:xfrm>
            <a:off x="802043" y="1573465"/>
            <a:ext cx="247326" cy="282658"/>
          </a:xfrm>
          <a:custGeom>
            <a:avLst/>
            <a:gdLst/>
            <a:ahLst/>
            <a:cxnLst/>
            <a:rect l="l" t="t" r="r" b="b"/>
            <a:pathLst>
              <a:path w="247326" h="282658">
                <a:moveTo>
                  <a:pt x="141329" y="17666"/>
                </a:moveTo>
                <a:cubicBezTo>
                  <a:pt x="141329" y="7895"/>
                  <a:pt x="133435" y="0"/>
                  <a:pt x="123663" y="0"/>
                </a:cubicBezTo>
                <a:cubicBezTo>
                  <a:pt x="113891" y="0"/>
                  <a:pt x="105997" y="7895"/>
                  <a:pt x="105997" y="17666"/>
                </a:cubicBezTo>
                <a:lnTo>
                  <a:pt x="105997" y="133987"/>
                </a:lnTo>
                <a:lnTo>
                  <a:pt x="83141" y="111131"/>
                </a:lnTo>
                <a:cubicBezTo>
                  <a:pt x="76240" y="104230"/>
                  <a:pt x="65034" y="104230"/>
                  <a:pt x="58133" y="111131"/>
                </a:cubicBezTo>
                <a:cubicBezTo>
                  <a:pt x="51232" y="118032"/>
                  <a:pt x="51232" y="129239"/>
                  <a:pt x="58133" y="136140"/>
                </a:cubicBezTo>
                <a:lnTo>
                  <a:pt x="111131" y="189138"/>
                </a:lnTo>
                <a:cubicBezTo>
                  <a:pt x="118032" y="196039"/>
                  <a:pt x="129239" y="196039"/>
                  <a:pt x="136140" y="189138"/>
                </a:cubicBezTo>
                <a:lnTo>
                  <a:pt x="189138" y="136140"/>
                </a:lnTo>
                <a:cubicBezTo>
                  <a:pt x="196039" y="129239"/>
                  <a:pt x="196039" y="118032"/>
                  <a:pt x="189138" y="111131"/>
                </a:cubicBezTo>
                <a:cubicBezTo>
                  <a:pt x="182237" y="104230"/>
                  <a:pt x="171030" y="104230"/>
                  <a:pt x="164130" y="111131"/>
                </a:cubicBezTo>
                <a:lnTo>
                  <a:pt x="141329" y="133987"/>
                </a:lnTo>
                <a:lnTo>
                  <a:pt x="141329" y="17666"/>
                </a:lnTo>
                <a:close/>
                <a:moveTo>
                  <a:pt x="35332" y="176662"/>
                </a:moveTo>
                <a:cubicBezTo>
                  <a:pt x="15844" y="176662"/>
                  <a:pt x="0" y="192506"/>
                  <a:pt x="0" y="211994"/>
                </a:cubicBezTo>
                <a:lnTo>
                  <a:pt x="0" y="229660"/>
                </a:lnTo>
                <a:cubicBezTo>
                  <a:pt x="0" y="249148"/>
                  <a:pt x="15844" y="264992"/>
                  <a:pt x="35332" y="264992"/>
                </a:cubicBezTo>
                <a:lnTo>
                  <a:pt x="211994" y="264992"/>
                </a:lnTo>
                <a:cubicBezTo>
                  <a:pt x="231482" y="264992"/>
                  <a:pt x="247326" y="249148"/>
                  <a:pt x="247326" y="229660"/>
                </a:cubicBezTo>
                <a:lnTo>
                  <a:pt x="247326" y="211994"/>
                </a:lnTo>
                <a:cubicBezTo>
                  <a:pt x="247326" y="192506"/>
                  <a:pt x="231482" y="176662"/>
                  <a:pt x="211994" y="176662"/>
                </a:cubicBezTo>
                <a:lnTo>
                  <a:pt x="186102" y="176662"/>
                </a:lnTo>
                <a:lnTo>
                  <a:pt x="154855" y="207909"/>
                </a:lnTo>
                <a:cubicBezTo>
                  <a:pt x="137630" y="225133"/>
                  <a:pt x="109641" y="225133"/>
                  <a:pt x="92416" y="207909"/>
                </a:cubicBezTo>
                <a:lnTo>
                  <a:pt x="61224" y="176662"/>
                </a:lnTo>
                <a:lnTo>
                  <a:pt x="35332" y="176662"/>
                </a:lnTo>
                <a:close/>
                <a:moveTo>
                  <a:pt x="203161" y="207577"/>
                </a:moveTo>
                <a:cubicBezTo>
                  <a:pt x="210473" y="207577"/>
                  <a:pt x="216410" y="213514"/>
                  <a:pt x="216410" y="220827"/>
                </a:cubicBezTo>
                <a:cubicBezTo>
                  <a:pt x="216410" y="228140"/>
                  <a:pt x="210473" y="234077"/>
                  <a:pt x="203161" y="234077"/>
                </a:cubicBezTo>
                <a:cubicBezTo>
                  <a:pt x="195848" y="234077"/>
                  <a:pt x="189911" y="228140"/>
                  <a:pt x="189911" y="220827"/>
                </a:cubicBezTo>
                <a:cubicBezTo>
                  <a:pt x="189911" y="213514"/>
                  <a:pt x="195848" y="207577"/>
                  <a:pt x="203161" y="2075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75604" y="1469824"/>
            <a:ext cx="192207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APK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5604" y="1771326"/>
            <a:ext cx="187496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photolynk-solana-2.0.0-62.apk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849" y="2167048"/>
            <a:ext cx="5210337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build included in submission. Install on your Android device and start minting immediately.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560" y="2774764"/>
            <a:ext cx="5125539" cy="800866"/>
          </a:xfrm>
          <a:custGeom>
            <a:avLst/>
            <a:gdLst/>
            <a:ahLst/>
            <a:cxnLst/>
            <a:rect l="l" t="t" r="r" b="b"/>
            <a:pathLst>
              <a:path w="5125539" h="800866">
                <a:moveTo>
                  <a:pt x="75377" y="0"/>
                </a:moveTo>
                <a:lnTo>
                  <a:pt x="5050162" y="0"/>
                </a:lnTo>
                <a:cubicBezTo>
                  <a:pt x="5091792" y="0"/>
                  <a:pt x="5125539" y="33748"/>
                  <a:pt x="5125539" y="75377"/>
                </a:cubicBezTo>
                <a:lnTo>
                  <a:pt x="5125539" y="725488"/>
                </a:lnTo>
                <a:cubicBezTo>
                  <a:pt x="5125539" y="767118"/>
                  <a:pt x="5091792" y="800866"/>
                  <a:pt x="5050162" y="800866"/>
                </a:cubicBezTo>
                <a:lnTo>
                  <a:pt x="75377" y="800866"/>
                </a:lnTo>
                <a:cubicBezTo>
                  <a:pt x="33748" y="800866"/>
                  <a:pt x="0" y="767118"/>
                  <a:pt x="0" y="725488"/>
                </a:cubicBezTo>
                <a:lnTo>
                  <a:pt x="0" y="75377"/>
                </a:lnTo>
                <a:cubicBezTo>
                  <a:pt x="0" y="33776"/>
                  <a:pt x="33776" y="0"/>
                  <a:pt x="7537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2022" y="2930226"/>
            <a:ext cx="488056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2022" y="3194040"/>
            <a:ext cx="734912" cy="226127"/>
          </a:xfrm>
          <a:custGeom>
            <a:avLst/>
            <a:gdLst/>
            <a:ahLst/>
            <a:cxnLst/>
            <a:rect l="l" t="t" r="r" b="b"/>
            <a:pathLst>
              <a:path w="734912" h="226127">
                <a:moveTo>
                  <a:pt x="37689" y="0"/>
                </a:moveTo>
                <a:lnTo>
                  <a:pt x="697223" y="0"/>
                </a:lnTo>
                <a:cubicBezTo>
                  <a:pt x="718038" y="0"/>
                  <a:pt x="734912" y="16874"/>
                  <a:pt x="734912" y="37689"/>
                </a:cubicBezTo>
                <a:lnTo>
                  <a:pt x="734912" y="188438"/>
                </a:lnTo>
                <a:cubicBezTo>
                  <a:pt x="734912" y="209253"/>
                  <a:pt x="718038" y="226127"/>
                  <a:pt x="697223" y="226127"/>
                </a:cubicBezTo>
                <a:lnTo>
                  <a:pt x="37689" y="226127"/>
                </a:lnTo>
                <a:cubicBezTo>
                  <a:pt x="16888" y="226127"/>
                  <a:pt x="0" y="209239"/>
                  <a:pt x="0" y="188438"/>
                </a:cubicBezTo>
                <a:lnTo>
                  <a:pt x="0" y="37689"/>
                </a:lnTo>
                <a:cubicBezTo>
                  <a:pt x="0" y="16888"/>
                  <a:pt x="16888" y="0"/>
                  <a:pt x="37689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2022" y="3194040"/>
            <a:ext cx="791444" cy="226127"/>
          </a:xfrm>
          <a:prstGeom prst="rect">
            <a:avLst/>
          </a:prstGeom>
          <a:noFill/>
          <a:ln/>
        </p:spPr>
        <p:txBody>
          <a:bodyPr wrap="square" lIns="75376" tIns="37688" rIns="75376" bIns="37688" rtlCol="0" anchor="ctr"/>
          <a:lstStyle/>
          <a:p>
            <a:pPr>
              <a:lnSpc>
                <a:spcPct val="110000"/>
              </a:lnSpc>
            </a:pPr>
            <a:r>
              <a:rPr lang="en-US" sz="8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10+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594885" y="3194040"/>
            <a:ext cx="1111790" cy="226127"/>
          </a:xfrm>
          <a:custGeom>
            <a:avLst/>
            <a:gdLst/>
            <a:ahLst/>
            <a:cxnLst/>
            <a:rect l="l" t="t" r="r" b="b"/>
            <a:pathLst>
              <a:path w="1111790" h="226127">
                <a:moveTo>
                  <a:pt x="37689" y="0"/>
                </a:moveTo>
                <a:lnTo>
                  <a:pt x="1074101" y="0"/>
                </a:lnTo>
                <a:cubicBezTo>
                  <a:pt x="1094916" y="0"/>
                  <a:pt x="1111790" y="16874"/>
                  <a:pt x="1111790" y="37689"/>
                </a:cubicBezTo>
                <a:lnTo>
                  <a:pt x="1111790" y="188438"/>
                </a:lnTo>
                <a:cubicBezTo>
                  <a:pt x="1111790" y="209253"/>
                  <a:pt x="1094916" y="226127"/>
                  <a:pt x="1074101" y="226127"/>
                </a:cubicBezTo>
                <a:lnTo>
                  <a:pt x="37689" y="226127"/>
                </a:lnTo>
                <a:cubicBezTo>
                  <a:pt x="16888" y="226127"/>
                  <a:pt x="0" y="209239"/>
                  <a:pt x="0" y="188438"/>
                </a:cubicBezTo>
                <a:lnTo>
                  <a:pt x="0" y="37689"/>
                </a:lnTo>
                <a:cubicBezTo>
                  <a:pt x="0" y="16888"/>
                  <a:pt x="16888" y="0"/>
                  <a:pt x="37689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94885" y="3194040"/>
            <a:ext cx="1168321" cy="226127"/>
          </a:xfrm>
          <a:prstGeom prst="rect">
            <a:avLst/>
          </a:prstGeom>
          <a:noFill/>
          <a:ln/>
        </p:spPr>
        <p:txBody>
          <a:bodyPr wrap="square" lIns="75376" tIns="37688" rIns="75376" bIns="37688" rtlCol="0" anchor="ctr"/>
          <a:lstStyle/>
          <a:p>
            <a:pPr>
              <a:lnSpc>
                <a:spcPct val="110000"/>
              </a:lnSpc>
            </a:pPr>
            <a:r>
              <a:rPr lang="en-US" sz="8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Phantom or Solflare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5961" y="1173032"/>
            <a:ext cx="5615481" cy="2647567"/>
          </a:xfrm>
          <a:custGeom>
            <a:avLst/>
            <a:gdLst/>
            <a:ahLst/>
            <a:cxnLst/>
            <a:rect l="l" t="t" r="r" b="b"/>
            <a:pathLst>
              <a:path w="5615481" h="2647567">
                <a:moveTo>
                  <a:pt x="113051" y="0"/>
                </a:moveTo>
                <a:lnTo>
                  <a:pt x="5502430" y="0"/>
                </a:lnTo>
                <a:cubicBezTo>
                  <a:pt x="5564866" y="0"/>
                  <a:pt x="5615481" y="50615"/>
                  <a:pt x="5615481" y="113051"/>
                </a:cubicBezTo>
                <a:lnTo>
                  <a:pt x="5615481" y="2534516"/>
                </a:lnTo>
                <a:cubicBezTo>
                  <a:pt x="5615481" y="2596953"/>
                  <a:pt x="5564866" y="2647567"/>
                  <a:pt x="5502430" y="2647567"/>
                </a:cubicBezTo>
                <a:lnTo>
                  <a:pt x="113051" y="2647567"/>
                </a:lnTo>
                <a:cubicBezTo>
                  <a:pt x="50615" y="2647567"/>
                  <a:pt x="0" y="2596953"/>
                  <a:pt x="0" y="2534516"/>
                </a:cubicBezTo>
                <a:lnTo>
                  <a:pt x="0" y="113051"/>
                </a:lnTo>
                <a:cubicBezTo>
                  <a:pt x="0" y="50657"/>
                  <a:pt x="50657" y="0"/>
                  <a:pt x="113051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6799" y="1403870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113063" y="0"/>
                </a:moveTo>
                <a:lnTo>
                  <a:pt x="489941" y="0"/>
                </a:lnTo>
                <a:cubicBezTo>
                  <a:pt x="552384" y="0"/>
                  <a:pt x="603005" y="50620"/>
                  <a:pt x="603005" y="113063"/>
                </a:cubicBezTo>
                <a:lnTo>
                  <a:pt x="603005" y="489941"/>
                </a:lnTo>
                <a:cubicBezTo>
                  <a:pt x="603005" y="552384"/>
                  <a:pt x="552384" y="603005"/>
                  <a:pt x="489941" y="603005"/>
                </a:cubicBezTo>
                <a:lnTo>
                  <a:pt x="113063" y="603005"/>
                </a:lnTo>
                <a:cubicBezTo>
                  <a:pt x="50620" y="603005"/>
                  <a:pt x="0" y="552384"/>
                  <a:pt x="0" y="489941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9327" y="1564043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96004" y="219392"/>
                </a:moveTo>
                <a:cubicBezTo>
                  <a:pt x="96004" y="220496"/>
                  <a:pt x="94735" y="221379"/>
                  <a:pt x="93134" y="221379"/>
                </a:cubicBezTo>
                <a:cubicBezTo>
                  <a:pt x="91312" y="221545"/>
                  <a:pt x="90042" y="220661"/>
                  <a:pt x="90042" y="219392"/>
                </a:cubicBezTo>
                <a:cubicBezTo>
                  <a:pt x="90042" y="218287"/>
                  <a:pt x="91312" y="217404"/>
                  <a:pt x="92913" y="217404"/>
                </a:cubicBezTo>
                <a:cubicBezTo>
                  <a:pt x="94569" y="217238"/>
                  <a:pt x="96004" y="218122"/>
                  <a:pt x="96004" y="219392"/>
                </a:cubicBezTo>
                <a:close/>
                <a:moveTo>
                  <a:pt x="78835" y="216907"/>
                </a:moveTo>
                <a:cubicBezTo>
                  <a:pt x="78449" y="218011"/>
                  <a:pt x="79553" y="219281"/>
                  <a:pt x="81209" y="219612"/>
                </a:cubicBezTo>
                <a:cubicBezTo>
                  <a:pt x="82644" y="220164"/>
                  <a:pt x="84301" y="219612"/>
                  <a:pt x="84632" y="218508"/>
                </a:cubicBezTo>
                <a:cubicBezTo>
                  <a:pt x="84963" y="217404"/>
                  <a:pt x="83914" y="216134"/>
                  <a:pt x="82258" y="215637"/>
                </a:cubicBezTo>
                <a:cubicBezTo>
                  <a:pt x="80823" y="215251"/>
                  <a:pt x="79222" y="215803"/>
                  <a:pt x="78835" y="216907"/>
                </a:cubicBezTo>
                <a:close/>
                <a:moveTo>
                  <a:pt x="103237" y="215969"/>
                </a:moveTo>
                <a:cubicBezTo>
                  <a:pt x="101636" y="216355"/>
                  <a:pt x="100531" y="217404"/>
                  <a:pt x="100697" y="218674"/>
                </a:cubicBezTo>
                <a:cubicBezTo>
                  <a:pt x="100863" y="219778"/>
                  <a:pt x="102298" y="220496"/>
                  <a:pt x="103954" y="220109"/>
                </a:cubicBezTo>
                <a:cubicBezTo>
                  <a:pt x="105555" y="219723"/>
                  <a:pt x="106659" y="218674"/>
                  <a:pt x="106494" y="217570"/>
                </a:cubicBezTo>
                <a:cubicBezTo>
                  <a:pt x="106328" y="216521"/>
                  <a:pt x="104838" y="215803"/>
                  <a:pt x="103237" y="215969"/>
                </a:cubicBezTo>
                <a:close/>
                <a:moveTo>
                  <a:pt x="139563" y="4417"/>
                </a:moveTo>
                <a:cubicBezTo>
                  <a:pt x="62991" y="4417"/>
                  <a:pt x="4417" y="62549"/>
                  <a:pt x="4417" y="139121"/>
                </a:cubicBezTo>
                <a:cubicBezTo>
                  <a:pt x="4417" y="200345"/>
                  <a:pt x="42951" y="252736"/>
                  <a:pt x="97992" y="271175"/>
                </a:cubicBezTo>
                <a:cubicBezTo>
                  <a:pt x="105058" y="272445"/>
                  <a:pt x="107543" y="268084"/>
                  <a:pt x="107543" y="264495"/>
                </a:cubicBezTo>
                <a:cubicBezTo>
                  <a:pt x="107543" y="261073"/>
                  <a:pt x="107377" y="242192"/>
                  <a:pt x="107377" y="230598"/>
                </a:cubicBezTo>
                <a:cubicBezTo>
                  <a:pt x="107377" y="230598"/>
                  <a:pt x="68732" y="238879"/>
                  <a:pt x="60617" y="214147"/>
                </a:cubicBezTo>
                <a:cubicBezTo>
                  <a:pt x="60617" y="214147"/>
                  <a:pt x="54323" y="198082"/>
                  <a:pt x="45270" y="193941"/>
                </a:cubicBezTo>
                <a:cubicBezTo>
                  <a:pt x="45270" y="193941"/>
                  <a:pt x="32627" y="185274"/>
                  <a:pt x="46153" y="185439"/>
                </a:cubicBezTo>
                <a:cubicBezTo>
                  <a:pt x="46153" y="185439"/>
                  <a:pt x="59899" y="186544"/>
                  <a:pt x="67463" y="199683"/>
                </a:cubicBezTo>
                <a:cubicBezTo>
                  <a:pt x="79553" y="220993"/>
                  <a:pt x="99814" y="214865"/>
                  <a:pt x="107708" y="211221"/>
                </a:cubicBezTo>
                <a:cubicBezTo>
                  <a:pt x="108978" y="202388"/>
                  <a:pt x="112567" y="196260"/>
                  <a:pt x="116541" y="192616"/>
                </a:cubicBezTo>
                <a:cubicBezTo>
                  <a:pt x="85681" y="189193"/>
                  <a:pt x="54544" y="184722"/>
                  <a:pt x="54544" y="131613"/>
                </a:cubicBezTo>
                <a:cubicBezTo>
                  <a:pt x="54544" y="116431"/>
                  <a:pt x="58740" y="108812"/>
                  <a:pt x="67573" y="99096"/>
                </a:cubicBezTo>
                <a:cubicBezTo>
                  <a:pt x="66138" y="95508"/>
                  <a:pt x="61445" y="80712"/>
                  <a:pt x="69008" y="61611"/>
                </a:cubicBezTo>
                <a:cubicBezTo>
                  <a:pt x="80547" y="58022"/>
                  <a:pt x="107101" y="76517"/>
                  <a:pt x="107101" y="76517"/>
                </a:cubicBezTo>
                <a:cubicBezTo>
                  <a:pt x="118142" y="73425"/>
                  <a:pt x="130012" y="71824"/>
                  <a:pt x="141771" y="71824"/>
                </a:cubicBezTo>
                <a:cubicBezTo>
                  <a:pt x="153530" y="71824"/>
                  <a:pt x="165399" y="73425"/>
                  <a:pt x="176441" y="76517"/>
                </a:cubicBezTo>
                <a:cubicBezTo>
                  <a:pt x="176441" y="76517"/>
                  <a:pt x="202995" y="57967"/>
                  <a:pt x="214533" y="61611"/>
                </a:cubicBezTo>
                <a:cubicBezTo>
                  <a:pt x="222097" y="80767"/>
                  <a:pt x="217404" y="95508"/>
                  <a:pt x="215969" y="99096"/>
                </a:cubicBezTo>
                <a:cubicBezTo>
                  <a:pt x="224802" y="108868"/>
                  <a:pt x="230212" y="116486"/>
                  <a:pt x="230212" y="131613"/>
                </a:cubicBezTo>
                <a:cubicBezTo>
                  <a:pt x="230212" y="184887"/>
                  <a:pt x="197695" y="189138"/>
                  <a:pt x="166835" y="192616"/>
                </a:cubicBezTo>
                <a:cubicBezTo>
                  <a:pt x="171914" y="196978"/>
                  <a:pt x="176220" y="205259"/>
                  <a:pt x="176220" y="218232"/>
                </a:cubicBezTo>
                <a:cubicBezTo>
                  <a:pt x="176220" y="236837"/>
                  <a:pt x="176054" y="259858"/>
                  <a:pt x="176054" y="264385"/>
                </a:cubicBezTo>
                <a:cubicBezTo>
                  <a:pt x="176054" y="267973"/>
                  <a:pt x="178594" y="272335"/>
                  <a:pt x="185605" y="271065"/>
                </a:cubicBezTo>
                <a:cubicBezTo>
                  <a:pt x="240812" y="252736"/>
                  <a:pt x="278242" y="200345"/>
                  <a:pt x="278242" y="139121"/>
                </a:cubicBezTo>
                <a:cubicBezTo>
                  <a:pt x="278242" y="62549"/>
                  <a:pt x="216134" y="4417"/>
                  <a:pt x="139563" y="4417"/>
                </a:cubicBezTo>
                <a:close/>
                <a:moveTo>
                  <a:pt x="58077" y="194825"/>
                </a:moveTo>
                <a:cubicBezTo>
                  <a:pt x="57360" y="195377"/>
                  <a:pt x="57525" y="196646"/>
                  <a:pt x="58464" y="197695"/>
                </a:cubicBezTo>
                <a:cubicBezTo>
                  <a:pt x="59347" y="198579"/>
                  <a:pt x="60617" y="198965"/>
                  <a:pt x="61335" y="198247"/>
                </a:cubicBezTo>
                <a:cubicBezTo>
                  <a:pt x="62052" y="197695"/>
                  <a:pt x="61887" y="196426"/>
                  <a:pt x="60948" y="195377"/>
                </a:cubicBezTo>
                <a:cubicBezTo>
                  <a:pt x="60065" y="194493"/>
                  <a:pt x="58795" y="194107"/>
                  <a:pt x="58077" y="194825"/>
                </a:cubicBezTo>
                <a:close/>
                <a:moveTo>
                  <a:pt x="52115" y="190353"/>
                </a:moveTo>
                <a:cubicBezTo>
                  <a:pt x="51729" y="191070"/>
                  <a:pt x="52281" y="191954"/>
                  <a:pt x="53385" y="192506"/>
                </a:cubicBezTo>
                <a:cubicBezTo>
                  <a:pt x="54268" y="193058"/>
                  <a:pt x="55372" y="192892"/>
                  <a:pt x="55759" y="192119"/>
                </a:cubicBezTo>
                <a:cubicBezTo>
                  <a:pt x="56145" y="191402"/>
                  <a:pt x="55593" y="190518"/>
                  <a:pt x="54489" y="189966"/>
                </a:cubicBezTo>
                <a:cubicBezTo>
                  <a:pt x="53385" y="189635"/>
                  <a:pt x="52502" y="189801"/>
                  <a:pt x="52115" y="190353"/>
                </a:cubicBezTo>
                <a:close/>
                <a:moveTo>
                  <a:pt x="70002" y="210006"/>
                </a:moveTo>
                <a:cubicBezTo>
                  <a:pt x="69119" y="210724"/>
                  <a:pt x="69450" y="212380"/>
                  <a:pt x="70720" y="213429"/>
                </a:cubicBezTo>
                <a:cubicBezTo>
                  <a:pt x="71990" y="214699"/>
                  <a:pt x="73591" y="214865"/>
                  <a:pt x="74308" y="213981"/>
                </a:cubicBezTo>
                <a:cubicBezTo>
                  <a:pt x="75026" y="213264"/>
                  <a:pt x="74695" y="211607"/>
                  <a:pt x="73591" y="210558"/>
                </a:cubicBezTo>
                <a:cubicBezTo>
                  <a:pt x="72376" y="209289"/>
                  <a:pt x="70720" y="209123"/>
                  <a:pt x="70002" y="210006"/>
                </a:cubicBezTo>
                <a:close/>
                <a:moveTo>
                  <a:pt x="63709" y="201891"/>
                </a:moveTo>
                <a:cubicBezTo>
                  <a:pt x="62825" y="202443"/>
                  <a:pt x="62825" y="203878"/>
                  <a:pt x="63709" y="205148"/>
                </a:cubicBezTo>
                <a:cubicBezTo>
                  <a:pt x="64592" y="206418"/>
                  <a:pt x="66082" y="206970"/>
                  <a:pt x="66800" y="206418"/>
                </a:cubicBezTo>
                <a:cubicBezTo>
                  <a:pt x="67683" y="205700"/>
                  <a:pt x="67683" y="204265"/>
                  <a:pt x="66800" y="202995"/>
                </a:cubicBezTo>
                <a:cubicBezTo>
                  <a:pt x="66027" y="201725"/>
                  <a:pt x="64592" y="201173"/>
                  <a:pt x="63709" y="20189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7180554" y="1460402"/>
            <a:ext cx="1931499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 Source Code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80554" y="1761904"/>
            <a:ext cx="18843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source, MIT License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26799" y="2157626"/>
            <a:ext cx="5229181" cy="77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transparency. Review the code, contribute, or fork for your own projects.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1510" y="3085688"/>
            <a:ext cx="5144383" cy="499363"/>
          </a:xfrm>
          <a:custGeom>
            <a:avLst/>
            <a:gdLst/>
            <a:ahLst/>
            <a:cxnLst/>
            <a:rect l="l" t="t" r="r" b="b"/>
            <a:pathLst>
              <a:path w="5144383" h="499363">
                <a:moveTo>
                  <a:pt x="75374" y="0"/>
                </a:moveTo>
                <a:lnTo>
                  <a:pt x="5069009" y="0"/>
                </a:lnTo>
                <a:cubicBezTo>
                  <a:pt x="5110637" y="0"/>
                  <a:pt x="5144383" y="33746"/>
                  <a:pt x="5144383" y="75374"/>
                </a:cubicBezTo>
                <a:lnTo>
                  <a:pt x="5144383" y="423989"/>
                </a:lnTo>
                <a:cubicBezTo>
                  <a:pt x="5144383" y="465617"/>
                  <a:pt x="5110637" y="499363"/>
                  <a:pt x="5069009" y="499363"/>
                </a:cubicBezTo>
                <a:lnTo>
                  <a:pt x="75374" y="499363"/>
                </a:lnTo>
                <a:cubicBezTo>
                  <a:pt x="33746" y="499363"/>
                  <a:pt x="0" y="465617"/>
                  <a:pt x="0" y="423989"/>
                </a:cubicBezTo>
                <a:lnTo>
                  <a:pt x="0" y="75374"/>
                </a:lnTo>
                <a:cubicBezTo>
                  <a:pt x="0" y="33774"/>
                  <a:pt x="33774" y="0"/>
                  <a:pt x="7537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6972" y="3241150"/>
            <a:ext cx="489941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14F1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github.com/viktorvishyn369/PhotoLynk-Mobile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1589" y="4018461"/>
            <a:ext cx="5615481" cy="2101094"/>
          </a:xfrm>
          <a:custGeom>
            <a:avLst/>
            <a:gdLst/>
            <a:ahLst/>
            <a:cxnLst/>
            <a:rect l="l" t="t" r="r" b="b"/>
            <a:pathLst>
              <a:path w="5615481" h="2101094">
                <a:moveTo>
                  <a:pt x="113060" y="0"/>
                </a:moveTo>
                <a:lnTo>
                  <a:pt x="5502421" y="0"/>
                </a:lnTo>
                <a:cubicBezTo>
                  <a:pt x="5564862" y="0"/>
                  <a:pt x="5615481" y="50619"/>
                  <a:pt x="5615481" y="113060"/>
                </a:cubicBezTo>
                <a:lnTo>
                  <a:pt x="5615481" y="1988034"/>
                </a:lnTo>
                <a:cubicBezTo>
                  <a:pt x="5615481" y="2050476"/>
                  <a:pt x="5564862" y="2101094"/>
                  <a:pt x="5502421" y="2101094"/>
                </a:cubicBezTo>
                <a:lnTo>
                  <a:pt x="113060" y="2101094"/>
                </a:lnTo>
                <a:cubicBezTo>
                  <a:pt x="50619" y="2101094"/>
                  <a:pt x="0" y="2050476"/>
                  <a:pt x="0" y="1988034"/>
                </a:cubicBezTo>
                <a:lnTo>
                  <a:pt x="0" y="113060"/>
                </a:lnTo>
                <a:cubicBezTo>
                  <a:pt x="0" y="50619"/>
                  <a:pt x="50619" y="0"/>
                  <a:pt x="11306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427" y="4249298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113063" y="0"/>
                </a:moveTo>
                <a:lnTo>
                  <a:pt x="489941" y="0"/>
                </a:lnTo>
                <a:cubicBezTo>
                  <a:pt x="552384" y="0"/>
                  <a:pt x="603005" y="50620"/>
                  <a:pt x="603005" y="113063"/>
                </a:cubicBezTo>
                <a:lnTo>
                  <a:pt x="603005" y="489941"/>
                </a:lnTo>
                <a:cubicBezTo>
                  <a:pt x="603005" y="552384"/>
                  <a:pt x="552384" y="603005"/>
                  <a:pt x="489941" y="603005"/>
                </a:cubicBezTo>
                <a:lnTo>
                  <a:pt x="113063" y="603005"/>
                </a:lnTo>
                <a:cubicBezTo>
                  <a:pt x="50620" y="603005"/>
                  <a:pt x="0" y="552384"/>
                  <a:pt x="0" y="489941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74955" y="4409471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0" y="141329"/>
                </a:moveTo>
                <a:cubicBezTo>
                  <a:pt x="0" y="63327"/>
                  <a:pt x="63327" y="0"/>
                  <a:pt x="141329" y="0"/>
                </a:cubicBezTo>
                <a:cubicBezTo>
                  <a:pt x="219331" y="0"/>
                  <a:pt x="282658" y="63327"/>
                  <a:pt x="282658" y="141329"/>
                </a:cubicBezTo>
                <a:cubicBezTo>
                  <a:pt x="282658" y="219331"/>
                  <a:pt x="219331" y="282658"/>
                  <a:pt x="141329" y="282658"/>
                </a:cubicBezTo>
                <a:cubicBezTo>
                  <a:pt x="63327" y="282658"/>
                  <a:pt x="0" y="219331"/>
                  <a:pt x="0" y="141329"/>
                </a:cubicBezTo>
                <a:close/>
                <a:moveTo>
                  <a:pt x="103954" y="81209"/>
                </a:moveTo>
                <a:cubicBezTo>
                  <a:pt x="99759" y="83528"/>
                  <a:pt x="97164" y="88000"/>
                  <a:pt x="97164" y="92747"/>
                </a:cubicBezTo>
                <a:lnTo>
                  <a:pt x="97164" y="189911"/>
                </a:lnTo>
                <a:cubicBezTo>
                  <a:pt x="97164" y="194714"/>
                  <a:pt x="99759" y="199131"/>
                  <a:pt x="103954" y="201449"/>
                </a:cubicBezTo>
                <a:cubicBezTo>
                  <a:pt x="108150" y="203768"/>
                  <a:pt x="113229" y="203713"/>
                  <a:pt x="117369" y="201173"/>
                </a:cubicBezTo>
                <a:lnTo>
                  <a:pt x="196867" y="152591"/>
                </a:lnTo>
                <a:cubicBezTo>
                  <a:pt x="200787" y="150162"/>
                  <a:pt x="203216" y="145911"/>
                  <a:pt x="203216" y="141274"/>
                </a:cubicBezTo>
                <a:cubicBezTo>
                  <a:pt x="203216" y="136637"/>
                  <a:pt x="200787" y="132386"/>
                  <a:pt x="196867" y="129957"/>
                </a:cubicBezTo>
                <a:lnTo>
                  <a:pt x="117369" y="81375"/>
                </a:lnTo>
                <a:cubicBezTo>
                  <a:pt x="113284" y="78890"/>
                  <a:pt x="108150" y="78780"/>
                  <a:pt x="103954" y="8109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366182" y="4305830"/>
            <a:ext cx="2053985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 Demo Video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66182" y="4607332"/>
            <a:ext cx="2006875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2:30 minute walkthrough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427" y="5003054"/>
            <a:ext cx="522918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PhotoLynk in action. Complete user flow from capture to verification.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138" y="5384643"/>
            <a:ext cx="5144383" cy="499363"/>
          </a:xfrm>
          <a:custGeom>
            <a:avLst/>
            <a:gdLst/>
            <a:ahLst/>
            <a:cxnLst/>
            <a:rect l="l" t="t" r="r" b="b"/>
            <a:pathLst>
              <a:path w="5144383" h="499363">
                <a:moveTo>
                  <a:pt x="75374" y="0"/>
                </a:moveTo>
                <a:lnTo>
                  <a:pt x="5069009" y="0"/>
                </a:lnTo>
                <a:cubicBezTo>
                  <a:pt x="5110637" y="0"/>
                  <a:pt x="5144383" y="33746"/>
                  <a:pt x="5144383" y="75374"/>
                </a:cubicBezTo>
                <a:lnTo>
                  <a:pt x="5144383" y="423989"/>
                </a:lnTo>
                <a:cubicBezTo>
                  <a:pt x="5144383" y="465617"/>
                  <a:pt x="5110637" y="499363"/>
                  <a:pt x="5069009" y="499363"/>
                </a:cubicBezTo>
                <a:lnTo>
                  <a:pt x="75374" y="499363"/>
                </a:lnTo>
                <a:cubicBezTo>
                  <a:pt x="33746" y="499363"/>
                  <a:pt x="0" y="465617"/>
                  <a:pt x="0" y="423989"/>
                </a:cubicBezTo>
                <a:lnTo>
                  <a:pt x="0" y="75374"/>
                </a:lnTo>
                <a:cubicBezTo>
                  <a:pt x="0" y="33774"/>
                  <a:pt x="33774" y="0"/>
                  <a:pt x="7537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00" y="5540105"/>
            <a:ext cx="489941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9945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YouTube Link Included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5961" y="4018461"/>
            <a:ext cx="5615481" cy="2101094"/>
          </a:xfrm>
          <a:custGeom>
            <a:avLst/>
            <a:gdLst/>
            <a:ahLst/>
            <a:cxnLst/>
            <a:rect l="l" t="t" r="r" b="b"/>
            <a:pathLst>
              <a:path w="5615481" h="2101094">
                <a:moveTo>
                  <a:pt x="113060" y="0"/>
                </a:moveTo>
                <a:lnTo>
                  <a:pt x="5502421" y="0"/>
                </a:lnTo>
                <a:cubicBezTo>
                  <a:pt x="5564862" y="0"/>
                  <a:pt x="5615481" y="50619"/>
                  <a:pt x="5615481" y="113060"/>
                </a:cubicBezTo>
                <a:lnTo>
                  <a:pt x="5615481" y="1988034"/>
                </a:lnTo>
                <a:cubicBezTo>
                  <a:pt x="5615481" y="2050476"/>
                  <a:pt x="5564862" y="2101094"/>
                  <a:pt x="5502421" y="2101094"/>
                </a:cubicBezTo>
                <a:lnTo>
                  <a:pt x="113060" y="2101094"/>
                </a:lnTo>
                <a:cubicBezTo>
                  <a:pt x="50619" y="2101094"/>
                  <a:pt x="0" y="2050476"/>
                  <a:pt x="0" y="1988034"/>
                </a:cubicBezTo>
                <a:lnTo>
                  <a:pt x="0" y="113060"/>
                </a:lnTo>
                <a:cubicBezTo>
                  <a:pt x="0" y="50619"/>
                  <a:pt x="50619" y="0"/>
                  <a:pt x="113060" y="0"/>
                </a:cubicBezTo>
                <a:close/>
              </a:path>
            </a:pathLst>
          </a:custGeom>
          <a:solidFill>
            <a:srgbClr val="4A4E54">
              <a:alpha val="3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26799" y="4249298"/>
            <a:ext cx="603005" cy="603005"/>
          </a:xfrm>
          <a:custGeom>
            <a:avLst/>
            <a:gdLst/>
            <a:ahLst/>
            <a:cxnLst/>
            <a:rect l="l" t="t" r="r" b="b"/>
            <a:pathLst>
              <a:path w="603005" h="603005">
                <a:moveTo>
                  <a:pt x="113063" y="0"/>
                </a:moveTo>
                <a:lnTo>
                  <a:pt x="489941" y="0"/>
                </a:lnTo>
                <a:cubicBezTo>
                  <a:pt x="552384" y="0"/>
                  <a:pt x="603005" y="50620"/>
                  <a:pt x="603005" y="113063"/>
                </a:cubicBezTo>
                <a:lnTo>
                  <a:pt x="603005" y="489941"/>
                </a:lnTo>
                <a:cubicBezTo>
                  <a:pt x="603005" y="552384"/>
                  <a:pt x="552384" y="603005"/>
                  <a:pt x="489941" y="603005"/>
                </a:cubicBezTo>
                <a:lnTo>
                  <a:pt x="113063" y="603005"/>
                </a:lnTo>
                <a:cubicBezTo>
                  <a:pt x="50620" y="603005"/>
                  <a:pt x="0" y="552384"/>
                  <a:pt x="0" y="489941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9327" y="4409471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229660" y="114830"/>
                </a:moveTo>
                <a:cubicBezTo>
                  <a:pt x="229660" y="140170"/>
                  <a:pt x="221434" y="163578"/>
                  <a:pt x="207577" y="182569"/>
                </a:cubicBezTo>
                <a:lnTo>
                  <a:pt x="277469" y="252516"/>
                </a:lnTo>
                <a:cubicBezTo>
                  <a:pt x="284370" y="259416"/>
                  <a:pt x="284370" y="270623"/>
                  <a:pt x="277469" y="277524"/>
                </a:cubicBezTo>
                <a:cubicBezTo>
                  <a:pt x="270568" y="284425"/>
                  <a:pt x="259361" y="284425"/>
                  <a:pt x="252460" y="277524"/>
                </a:cubicBezTo>
                <a:lnTo>
                  <a:pt x="182569" y="207577"/>
                </a:lnTo>
                <a:cubicBezTo>
                  <a:pt x="163578" y="221434"/>
                  <a:pt x="140170" y="229660"/>
                  <a:pt x="114830" y="229660"/>
                </a:cubicBezTo>
                <a:cubicBezTo>
                  <a:pt x="51397" y="229660"/>
                  <a:pt x="0" y="178263"/>
                  <a:pt x="0" y="114830"/>
                </a:cubicBezTo>
                <a:cubicBezTo>
                  <a:pt x="0" y="51397"/>
                  <a:pt x="51397" y="0"/>
                  <a:pt x="114830" y="0"/>
                </a:cubicBezTo>
                <a:cubicBezTo>
                  <a:pt x="178263" y="0"/>
                  <a:pt x="229660" y="51397"/>
                  <a:pt x="229660" y="114830"/>
                </a:cubicBezTo>
                <a:close/>
                <a:moveTo>
                  <a:pt x="114830" y="194328"/>
                </a:moveTo>
                <a:cubicBezTo>
                  <a:pt x="158706" y="194328"/>
                  <a:pt x="194328" y="158706"/>
                  <a:pt x="194328" y="114830"/>
                </a:cubicBezTo>
                <a:cubicBezTo>
                  <a:pt x="194328" y="70954"/>
                  <a:pt x="158706" y="35332"/>
                  <a:pt x="114830" y="35332"/>
                </a:cubicBezTo>
                <a:cubicBezTo>
                  <a:pt x="70954" y="35332"/>
                  <a:pt x="35332" y="70954"/>
                  <a:pt x="35332" y="114830"/>
                </a:cubicBezTo>
                <a:cubicBezTo>
                  <a:pt x="35332" y="158706"/>
                  <a:pt x="70954" y="194328"/>
                  <a:pt x="114830" y="19432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7180554" y="4305830"/>
            <a:ext cx="170537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On-Chain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80554" y="4607332"/>
            <a:ext cx="165826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real minted NFTs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26799" y="5003054"/>
            <a:ext cx="522918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actual transactions on Solana Explorer. Verify the proof yourself.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31510" y="5384643"/>
            <a:ext cx="5144383" cy="499363"/>
          </a:xfrm>
          <a:custGeom>
            <a:avLst/>
            <a:gdLst/>
            <a:ahLst/>
            <a:cxnLst/>
            <a:rect l="l" t="t" r="r" b="b"/>
            <a:pathLst>
              <a:path w="5144383" h="499363">
                <a:moveTo>
                  <a:pt x="75374" y="0"/>
                </a:moveTo>
                <a:lnTo>
                  <a:pt x="5069009" y="0"/>
                </a:lnTo>
                <a:cubicBezTo>
                  <a:pt x="5110637" y="0"/>
                  <a:pt x="5144383" y="33746"/>
                  <a:pt x="5144383" y="75374"/>
                </a:cubicBezTo>
                <a:lnTo>
                  <a:pt x="5144383" y="423989"/>
                </a:lnTo>
                <a:cubicBezTo>
                  <a:pt x="5144383" y="465617"/>
                  <a:pt x="5110637" y="499363"/>
                  <a:pt x="5069009" y="499363"/>
                </a:cubicBezTo>
                <a:lnTo>
                  <a:pt x="75374" y="499363"/>
                </a:lnTo>
                <a:cubicBezTo>
                  <a:pt x="33746" y="499363"/>
                  <a:pt x="0" y="465617"/>
                  <a:pt x="0" y="423989"/>
                </a:cubicBezTo>
                <a:lnTo>
                  <a:pt x="0" y="75374"/>
                </a:lnTo>
                <a:cubicBezTo>
                  <a:pt x="0" y="33774"/>
                  <a:pt x="33774" y="0"/>
                  <a:pt x="7537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6972" y="5540105"/>
            <a:ext cx="489941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14F19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explorer.solana.com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1589" y="6317416"/>
            <a:ext cx="11428822" cy="537051"/>
          </a:xfrm>
          <a:custGeom>
            <a:avLst/>
            <a:gdLst/>
            <a:ahLst/>
            <a:cxnLst/>
            <a:rect l="l" t="t" r="r" b="b"/>
            <a:pathLst>
              <a:path w="11428822" h="537051">
                <a:moveTo>
                  <a:pt x="113065" y="0"/>
                </a:moveTo>
                <a:lnTo>
                  <a:pt x="11315757" y="0"/>
                </a:lnTo>
                <a:cubicBezTo>
                  <a:pt x="11378201" y="0"/>
                  <a:pt x="11428822" y="50621"/>
                  <a:pt x="11428822" y="113065"/>
                </a:cubicBezTo>
                <a:lnTo>
                  <a:pt x="11428822" y="423986"/>
                </a:lnTo>
                <a:cubicBezTo>
                  <a:pt x="11428822" y="486430"/>
                  <a:pt x="11378201" y="537051"/>
                  <a:pt x="11315757" y="537051"/>
                </a:cubicBezTo>
                <a:lnTo>
                  <a:pt x="113065" y="537051"/>
                </a:lnTo>
                <a:cubicBezTo>
                  <a:pt x="50663" y="537051"/>
                  <a:pt x="0" y="486388"/>
                  <a:pt x="0" y="423986"/>
                </a:cubicBezTo>
                <a:lnTo>
                  <a:pt x="0" y="113065"/>
                </a:lnTo>
                <a:cubicBezTo>
                  <a:pt x="0" y="50663"/>
                  <a:pt x="50663" y="0"/>
                  <a:pt x="113065" y="0"/>
                </a:cubicBezTo>
                <a:close/>
              </a:path>
            </a:pathLst>
          </a:custGeom>
          <a:solidFill>
            <a:srgbClr val="14F195">
              <a:alpha val="10196"/>
            </a:srgbClr>
          </a:solidFill>
          <a:ln w="12700">
            <a:solidFill>
              <a:srgbClr val="14F195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5317" y="6472878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1199" y="28266"/>
                </a:moveTo>
                <a:cubicBezTo>
                  <a:pt x="9496" y="28266"/>
                  <a:pt x="0" y="37761"/>
                  <a:pt x="0" y="49465"/>
                </a:cubicBezTo>
                <a:cubicBezTo>
                  <a:pt x="0" y="56134"/>
                  <a:pt x="3136" y="62406"/>
                  <a:pt x="8480" y="66425"/>
                </a:cubicBezTo>
                <a:lnTo>
                  <a:pt x="100344" y="135323"/>
                </a:lnTo>
                <a:cubicBezTo>
                  <a:pt x="107896" y="140976"/>
                  <a:pt x="118231" y="140976"/>
                  <a:pt x="125783" y="135323"/>
                </a:cubicBezTo>
                <a:lnTo>
                  <a:pt x="217647" y="66425"/>
                </a:lnTo>
                <a:cubicBezTo>
                  <a:pt x="222991" y="62406"/>
                  <a:pt x="226127" y="56134"/>
                  <a:pt x="226127" y="49465"/>
                </a:cubicBezTo>
                <a:cubicBezTo>
                  <a:pt x="226127" y="37761"/>
                  <a:pt x="216631" y="28266"/>
                  <a:pt x="204927" y="28266"/>
                </a:cubicBezTo>
                <a:lnTo>
                  <a:pt x="21199" y="28266"/>
                </a:lnTo>
                <a:close/>
                <a:moveTo>
                  <a:pt x="0" y="86564"/>
                </a:moveTo>
                <a:lnTo>
                  <a:pt x="0" y="169595"/>
                </a:lnTo>
                <a:cubicBezTo>
                  <a:pt x="0" y="185185"/>
                  <a:pt x="12675" y="197861"/>
                  <a:pt x="28266" y="197861"/>
                </a:cubicBezTo>
                <a:lnTo>
                  <a:pt x="197861" y="197861"/>
                </a:lnTo>
                <a:cubicBezTo>
                  <a:pt x="213451" y="197861"/>
                  <a:pt x="226127" y="185185"/>
                  <a:pt x="226127" y="169595"/>
                </a:cubicBezTo>
                <a:lnTo>
                  <a:pt x="226127" y="86564"/>
                </a:lnTo>
                <a:lnTo>
                  <a:pt x="138503" y="152282"/>
                </a:lnTo>
                <a:cubicBezTo>
                  <a:pt x="123442" y="163589"/>
                  <a:pt x="102685" y="163589"/>
                  <a:pt x="87624" y="152282"/>
                </a:cubicBezTo>
                <a:lnTo>
                  <a:pt x="0" y="86564"/>
                </a:ln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4" name="Text 42"/>
          <p:cNvSpPr/>
          <p:nvPr/>
        </p:nvSpPr>
        <p:spPr>
          <a:xfrm>
            <a:off x="932773" y="6472878"/>
            <a:ext cx="2251845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pPr>
              <a:lnSpc>
                <a:spcPct val="130000"/>
              </a:lnSpc>
            </a:pPr>
            <a:r>
              <a:rPr lang="en-US" sz="118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support@photolynk.io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889732" y="6510566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23555" y="30621"/>
                </a:moveTo>
                <a:cubicBezTo>
                  <a:pt x="27455" y="30621"/>
                  <a:pt x="30621" y="27455"/>
                  <a:pt x="30621" y="23555"/>
                </a:cubicBezTo>
                <a:cubicBezTo>
                  <a:pt x="30621" y="19655"/>
                  <a:pt x="27455" y="16488"/>
                  <a:pt x="23555" y="16488"/>
                </a:cubicBezTo>
                <a:cubicBezTo>
                  <a:pt x="19655" y="16488"/>
                  <a:pt x="16488" y="19655"/>
                  <a:pt x="16488" y="23555"/>
                </a:cubicBezTo>
                <a:cubicBezTo>
                  <a:pt x="16488" y="27455"/>
                  <a:pt x="19655" y="30621"/>
                  <a:pt x="23555" y="30621"/>
                </a:cubicBezTo>
                <a:close/>
                <a:moveTo>
                  <a:pt x="47110" y="23555"/>
                </a:moveTo>
                <a:cubicBezTo>
                  <a:pt x="47110" y="33212"/>
                  <a:pt x="41309" y="41515"/>
                  <a:pt x="32977" y="45137"/>
                </a:cubicBezTo>
                <a:lnTo>
                  <a:pt x="32977" y="65954"/>
                </a:lnTo>
                <a:lnTo>
                  <a:pt x="84798" y="65954"/>
                </a:lnTo>
                <a:cubicBezTo>
                  <a:pt x="92600" y="65954"/>
                  <a:pt x="98930" y="59623"/>
                  <a:pt x="98930" y="51821"/>
                </a:cubicBezTo>
                <a:lnTo>
                  <a:pt x="98930" y="45137"/>
                </a:lnTo>
                <a:cubicBezTo>
                  <a:pt x="90598" y="41515"/>
                  <a:pt x="84798" y="33212"/>
                  <a:pt x="84798" y="23555"/>
                </a:cubicBezTo>
                <a:cubicBezTo>
                  <a:pt x="84798" y="10541"/>
                  <a:pt x="95338" y="0"/>
                  <a:pt x="108352" y="0"/>
                </a:cubicBezTo>
                <a:cubicBezTo>
                  <a:pt x="121366" y="0"/>
                  <a:pt x="131907" y="10541"/>
                  <a:pt x="131907" y="23555"/>
                </a:cubicBezTo>
                <a:cubicBezTo>
                  <a:pt x="131907" y="33212"/>
                  <a:pt x="126107" y="41515"/>
                  <a:pt x="117774" y="45137"/>
                </a:cubicBezTo>
                <a:lnTo>
                  <a:pt x="117774" y="51821"/>
                </a:lnTo>
                <a:cubicBezTo>
                  <a:pt x="117774" y="70046"/>
                  <a:pt x="103023" y="84798"/>
                  <a:pt x="84798" y="84798"/>
                </a:cubicBezTo>
                <a:lnTo>
                  <a:pt x="32977" y="84798"/>
                </a:lnTo>
                <a:lnTo>
                  <a:pt x="32977" y="105614"/>
                </a:lnTo>
                <a:cubicBezTo>
                  <a:pt x="41309" y="109236"/>
                  <a:pt x="47110" y="117539"/>
                  <a:pt x="47110" y="127196"/>
                </a:cubicBezTo>
                <a:cubicBezTo>
                  <a:pt x="47110" y="140210"/>
                  <a:pt x="36569" y="150751"/>
                  <a:pt x="23555" y="150751"/>
                </a:cubicBezTo>
                <a:cubicBezTo>
                  <a:pt x="10541" y="150751"/>
                  <a:pt x="0" y="140210"/>
                  <a:pt x="0" y="127196"/>
                </a:cubicBezTo>
                <a:cubicBezTo>
                  <a:pt x="0" y="117539"/>
                  <a:pt x="5800" y="109236"/>
                  <a:pt x="14133" y="105614"/>
                </a:cubicBezTo>
                <a:lnTo>
                  <a:pt x="14133" y="45166"/>
                </a:lnTo>
                <a:cubicBezTo>
                  <a:pt x="5800" y="41515"/>
                  <a:pt x="0" y="33212"/>
                  <a:pt x="0" y="23555"/>
                </a:cubicBezTo>
                <a:cubicBezTo>
                  <a:pt x="0" y="10541"/>
                  <a:pt x="10541" y="0"/>
                  <a:pt x="23555" y="0"/>
                </a:cubicBezTo>
                <a:cubicBezTo>
                  <a:pt x="36569" y="0"/>
                  <a:pt x="47110" y="10541"/>
                  <a:pt x="47110" y="23555"/>
                </a:cubicBezTo>
                <a:close/>
                <a:moveTo>
                  <a:pt x="115419" y="23555"/>
                </a:moveTo>
                <a:cubicBezTo>
                  <a:pt x="115419" y="19655"/>
                  <a:pt x="112252" y="16488"/>
                  <a:pt x="108352" y="16488"/>
                </a:cubicBezTo>
                <a:cubicBezTo>
                  <a:pt x="104452" y="16488"/>
                  <a:pt x="101286" y="19655"/>
                  <a:pt x="101286" y="23555"/>
                </a:cubicBezTo>
                <a:cubicBezTo>
                  <a:pt x="101286" y="27455"/>
                  <a:pt x="104452" y="30621"/>
                  <a:pt x="108352" y="30621"/>
                </a:cubicBezTo>
                <a:cubicBezTo>
                  <a:pt x="112252" y="30621"/>
                  <a:pt x="115419" y="27455"/>
                  <a:pt x="115419" y="23555"/>
                </a:cubicBezTo>
                <a:close/>
                <a:moveTo>
                  <a:pt x="23555" y="134263"/>
                </a:moveTo>
                <a:cubicBezTo>
                  <a:pt x="27455" y="134263"/>
                  <a:pt x="30621" y="131096"/>
                  <a:pt x="30621" y="127196"/>
                </a:cubicBezTo>
                <a:cubicBezTo>
                  <a:pt x="30621" y="123296"/>
                  <a:pt x="27455" y="120130"/>
                  <a:pt x="23555" y="120130"/>
                </a:cubicBezTo>
                <a:cubicBezTo>
                  <a:pt x="19655" y="120130"/>
                  <a:pt x="16488" y="123296"/>
                  <a:pt x="16488" y="127196"/>
                </a:cubicBezTo>
                <a:cubicBezTo>
                  <a:pt x="16488" y="131096"/>
                  <a:pt x="19655" y="134263"/>
                  <a:pt x="23555" y="134263"/>
                </a:cubicBezTo>
                <a:close/>
              </a:path>
            </a:pathLst>
          </a:custGeom>
          <a:solidFill>
            <a:srgbClr val="14F195"/>
          </a:solidFill>
          <a:ln/>
        </p:spPr>
      </p:sp>
      <p:sp>
        <p:nvSpPr>
          <p:cNvPr id="46" name="Text 44"/>
          <p:cNvSpPr/>
          <p:nvPr/>
        </p:nvSpPr>
        <p:spPr>
          <a:xfrm>
            <a:off x="10125281" y="6491722"/>
            <a:ext cx="160173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Source • MIT License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85ec968274a8393a4672284a50124767dd8e09e1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83" r="18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9945F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321001" y="1085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5" name="Shape 2"/>
          <p:cNvSpPr/>
          <p:nvPr/>
        </p:nvSpPr>
        <p:spPr>
          <a:xfrm>
            <a:off x="4485308" y="12477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3214" y="36165"/>
                </a:moveTo>
                <a:lnTo>
                  <a:pt x="77409" y="53578"/>
                </a:ln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50031" y="267891"/>
                </a:lnTo>
                <a:cubicBezTo>
                  <a:pt x="269732" y="267891"/>
                  <a:pt x="285750" y="251873"/>
                  <a:pt x="285750" y="232172"/>
                </a:cubicBezTo>
                <a:lnTo>
                  <a:pt x="285750" y="89297"/>
                </a:lnTo>
                <a:cubicBezTo>
                  <a:pt x="285750" y="69596"/>
                  <a:pt x="269732" y="53578"/>
                  <a:pt x="250031" y="53578"/>
                </a:cubicBezTo>
                <a:lnTo>
                  <a:pt x="208341" y="53578"/>
                </a:lnTo>
                <a:lnTo>
                  <a:pt x="202536" y="36165"/>
                </a:lnTo>
                <a:cubicBezTo>
                  <a:pt x="198909" y="25226"/>
                  <a:pt x="188695" y="17859"/>
                  <a:pt x="177143" y="17859"/>
                </a:cubicBezTo>
                <a:lnTo>
                  <a:pt x="108607" y="17859"/>
                </a:lnTo>
                <a:cubicBezTo>
                  <a:pt x="97055" y="17859"/>
                  <a:pt x="86841" y="25226"/>
                  <a:pt x="83214" y="36165"/>
                </a:cubicBezTo>
                <a:close/>
                <a:moveTo>
                  <a:pt x="142875" y="107156"/>
                </a:moveTo>
                <a:cubicBezTo>
                  <a:pt x="172446" y="107156"/>
                  <a:pt x="196453" y="131164"/>
                  <a:pt x="196453" y="160734"/>
                </a:cubicBezTo>
                <a:cubicBezTo>
                  <a:pt x="196453" y="190305"/>
                  <a:pt x="172446" y="214313"/>
                  <a:pt x="142875" y="214313"/>
                </a:cubicBezTo>
                <a:cubicBezTo>
                  <a:pt x="113304" y="214313"/>
                  <a:pt x="89297" y="190305"/>
                  <a:pt x="89297" y="160734"/>
                </a:cubicBezTo>
                <a:cubicBezTo>
                  <a:pt x="89297" y="131164"/>
                  <a:pt x="113304" y="107156"/>
                  <a:pt x="142875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940126" y="1104900"/>
            <a:ext cx="3076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PhotoLynk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81526" y="1924050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8" name="Text 5"/>
          <p:cNvSpPr/>
          <p:nvPr/>
        </p:nvSpPr>
        <p:spPr>
          <a:xfrm>
            <a:off x="3472458" y="2190750"/>
            <a:ext cx="5248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Camera-to-Blockchain Authenticity Proof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96270" y="268605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4F19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Solana Mobile Seeker Community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60788" y="3262313"/>
            <a:ext cx="3867150" cy="504825"/>
          </a:xfrm>
          <a:custGeom>
            <a:avLst/>
            <a:gdLst/>
            <a:ahLst/>
            <a:cxnLst/>
            <a:rect l="l" t="t" r="r" b="b"/>
            <a:pathLst>
              <a:path w="3867150" h="504825">
                <a:moveTo>
                  <a:pt x="114302" y="0"/>
                </a:moveTo>
                <a:lnTo>
                  <a:pt x="3752848" y="0"/>
                </a:lnTo>
                <a:cubicBezTo>
                  <a:pt x="3815975" y="0"/>
                  <a:pt x="3867150" y="51175"/>
                  <a:pt x="3867150" y="114302"/>
                </a:cubicBezTo>
                <a:lnTo>
                  <a:pt x="3867150" y="390523"/>
                </a:lnTo>
                <a:cubicBezTo>
                  <a:pt x="3867150" y="453650"/>
                  <a:pt x="3815975" y="504825"/>
                  <a:pt x="3752848" y="504825"/>
                </a:cubicBezTo>
                <a:lnTo>
                  <a:pt x="114302" y="504825"/>
                </a:lnTo>
                <a:cubicBezTo>
                  <a:pt x="51175" y="504825"/>
                  <a:pt x="0" y="453650"/>
                  <a:pt x="0" y="3905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9945FF">
              <a:alpha val="20000"/>
            </a:srgbClr>
          </a:solidFill>
          <a:ln w="12700">
            <a:solidFill>
              <a:srgbClr val="9945FF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22725" y="3400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9945FF"/>
          </a:solidFill>
          <a:ln/>
        </p:spPr>
      </p:sp>
      <p:sp>
        <p:nvSpPr>
          <p:cNvPr id="12" name="Text 9"/>
          <p:cNvSpPr/>
          <p:nvPr/>
        </p:nvSpPr>
        <p:spPr>
          <a:xfrm>
            <a:off x="4751338" y="3381375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Solana Mobile Monolith Hackathon 2026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98875" y="4000500"/>
            <a:ext cx="39909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"Bringing blockchain authenticity to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mobile-first generation"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92613" y="5048250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35476" y="55054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support@photolynk.io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PhotoLynk - Solana Mobile Monolith Hackathon 2026</dc:title>
  <dc:subject>PhotoLynk - Solana Mobile Monolith Hackathon 2026</dc:subject>
  <dc:creator>Kimi</dc:creator>
  <cp:lastModifiedBy>Kimi</cp:lastModifiedBy>
  <cp:revision>1</cp:revision>
  <dcterms:created xsi:type="dcterms:W3CDTF">2026-03-03T08:48:27Z</dcterms:created>
  <dcterms:modified xsi:type="dcterms:W3CDTF">2026-03-03T08:48:27Z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{"Label":"PhotoLynk - Solana Mobile Monolith Hackathon 2026","ContentProducer":"001191110108MACG2KBH8F10000","ProduceID":"19cb2dd4-4132-82b6-8000-00007537d13a","ReservedCode1":"","ContentPropagator":"001191110108MACG2KBH8F20000","PropagateID":"19cb2dd4-4132-82b6-8000-00007537d13a","ReservedCode2":""}</vt:lpwstr>
  </property>
</Properties>
</file>